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6"/>
  </p:notesMasterIdLst>
  <p:handoutMasterIdLst>
    <p:handoutMasterId r:id="rId17"/>
  </p:handoutMasterIdLst>
  <p:sldIdLst>
    <p:sldId id="275" r:id="rId2"/>
    <p:sldId id="276" r:id="rId3"/>
    <p:sldId id="257" r:id="rId4"/>
    <p:sldId id="265" r:id="rId5"/>
    <p:sldId id="266" r:id="rId6"/>
    <p:sldId id="277" r:id="rId7"/>
    <p:sldId id="278" r:id="rId8"/>
    <p:sldId id="272" r:id="rId9"/>
    <p:sldId id="273" r:id="rId10"/>
    <p:sldId id="280" r:id="rId11"/>
    <p:sldId id="274" r:id="rId12"/>
    <p:sldId id="279" r:id="rId13"/>
    <p:sldId id="281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8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24575,'7'-1'0,"0"0"0,0 0 0,1 0 0,-1-1 0,0 0 0,-1 0 0,8-4 0,-9 4 0,1 0 0,1-1 0,-1 1 0,0 1 0,1 0 0,-1-1 0,0 1 0,10 0 0,-16 2 0,1-1 0,-1 0 0,1 0 0,0 0 0,-1 0 0,0 0 0,0 0 0,1 1 0,0-1 0,-1 1 0,1-1 0,-1 1 0,0-1 0,0 0 0,1 0 0,-1 1 0,1-1 0,-1 1 0,0-1 0,1 0 0,-1 1 0,0-1 0,0 1 0,1-1 0,-1 0 0,0 1 0,0 0 0,0 0 0,1 19 0,0-10 0,3 14-455,-1 0 0,1 26 0,-4-36-6371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24575,'7'0'0,"0"-1"0,0 0 0,-1 0 0,1-1 0,10-3 0,9-2 0,-25 6 0,0 1 0,0-1 0,0 1 0,-1 0 0,1 0 0,1 0 0,-2 0 0,1 0 0,0-1 0,0 1 0,-1 0 0,1 0 0,1 1 0,-2-1 0,1 0 0,0 0 0,0 0 0,-1 0 0,1 0 0,0 1 0,0-1 0,0 1 0,0-1 0,0 1 0,-1-1 0,1 0 0,-1 1 0,1 0 0,0-1 0,0 2 0,0 0 0,-1 0 0,1 0 0,0 1 0,-1-1 0,0 0 0,0 1 0,0-1 0,0 0 0,-1 3 0,1 8 0,0-2-118,0 0-298,0-1 1,-3 18-1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3 297 24575,'-1'-34'0,"0"20"0,0 1 0,1 0 0,2-1 0,1-15 0,0 23 0,-1 1 0,0 0 0,1 0 0,0 0 0,0 1 0,1-1 0,0 1 0,0-1 0,8-6 0,-5 4 0,-1 1 0,0-1 0,5-8 0,-7 12 0,-1-1 0,1 1 0,0 0 0,-1 0 0,1 0 0,0 1 0,1 0 0,-1-1 0,0 1 0,7-3 0,9-4 0,-7 2 0,0 1 0,0 0 0,0 1 0,0 1 0,2-1 0,24-3 0,-9 5 0,0 0 0,36 2 0,-60 2-105,0-1 0,1 0 0,-1 2 0,0-1 0,0 1 0,0-1 0,0 1 0,-1 0 0,2 1 0,-2-1 0,1 2 0,8 4 0,-8-4-6721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0 24575,'0'5'0,"-1"-1"0,1 1 0,-2-1 0,1 0 0,0 1 0,-1-1 0,0 0 0,-2 4 0,-8 22 0,9-20 0,-1-1 0,0 1 0,-8 11 0,-1 3 0,13-23 0,-12 24 0,2 0 0,-8 26 0,15-42 0,0-1 0,-1 0 0,0 0 0,0-1 0,-1 1 0,0 0 0,0-1 0,-1 0 0,-9 8 0,7-5 0,2-4 0,3-2 0,-1 0 0,1 0 0,-1 0 0,0-1 0,-8 6 0,11-9 0,-1 1 0,1 0 0,-2-1 0,2 1 0,-1 0 0,0-1 0,0 0 0,1 1 0,-1-1 0,0 0 0,0 0 0,0 0 0,0 0 0,1 0 0,-2 0 0,2-1 0,-1 1 0,0 0 0,0 0 0,0-1 0,-2-1 0,1 1 0,0-1 0,-1 0 0,2 1 0,-1-1 0,0-1 0,1 1 0,-1 0 0,1-1 0,-1 1 0,1 0 0,0-1 0,0 0 0,0 0 0,0 0 0,1 0 0,-2-3 0,-2-6 0,1-1 0,-4-22 0,4 15 0,2 15 0,1-1 0,1 1 0,-1-1 0,0 0 0,1 0 0,1 0 0,-1 1 0,1-1 0,-1 0 0,2 0 0,-1 1 0,2-1 0,-2 1 0,1 0 0,1-1 0,0 1 0,1-1 0,4-5 0,-7 8 0,2 1 0,-2 0 0,1-1 0,1 1 0,-1 1 0,1-1 0,-1 0 0,6-2 0,1-2 0,5-9 0,-12 14 0,-1-1 0,0 1 0,0 0 0,0-1 0,0 1 0,1 0 0,-1 0 0,0 0 0,1 0 0,-1 0 0,1 0 0,-1 1 0,1-1 0,-1 0 0,1 0 0,-1 1 0,4-1 0,2 0 0,0-1 0,-1 2 0,1 0 0,0 0 0,0 0 0,0 0 0,0 0 0,-1 2 0,1-2 0,0 2 0,0 0 0,0 0 0,-1 0 0,0 1 0,1 0 0,-1-1 0,-1 2 0,1-1 0,0 1 0,-1 0 0,0 0 0,0 1 0,0-1 0,0 1 0,-1 0 0,0 0 0,7 11 0,-7-8 0,1-1 0,0 0 0,9 9 0,-8-10 0,-1 1 0,0-1 0,-1 0 0,5 10 0,1 3 55,21 28-1,-5-10-1528,-22-30-5352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2 24575,'-4'-1'0,"1"1"0,-1 0 0,0 0 0,0 0 0,0 1 0,1-1 0,-1 1 0,0 0 0,0 0 0,1 0 0,-1 0 0,1 1 0,-1-1 0,1 1 0,0 0 0,0 0 0,0 0 0,0 0 0,0 1 0,1-1 0,-1 1 0,-3 4 0,-48 68 0,46-63 0,5-8 0,-1 1 0,1 0 0,0 0 0,1 0 0,0 0 0,0 0 0,0 0 0,1 1 0,-1 0 0,0 8 0,-6 53 0,4-40 0,0 34 0,3-50 0,1 1 0,0-1 0,2 0 0,-1 0 0,1 0 0,1 1 0,0-1 0,9 19 0,-4-12 0,-5-12 0,0 1 0,0 0 0,1-1 0,0 0 0,0 0 0,8 8 0,-9-11 19,0 1 0,0 0-1,-1 0 1,0 0 0,1-1 0,1 6-1,12 19-1514,-10-21-5330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19 173 24575,'0'683'0,"0"-1227"0,-1 533 0,0-1 0,-5-20 0,3 19 0,0 0 0,0-14 0,3 11 0,-2-4 0,4-35 0,-1 49 0,1 1 0,-2-1 0,2 1 0,0-1 0,0 1 0,0 0 0,1 0 0,-1-1 0,1 1 0,8-9 0,-5 7 0,-4 4 0,0 1 0,-1-1 0,2 1 0,-1 0 0,0-1 0,0 1 0,1 0 0,0 0 0,-1 1 0,1-1 0,0 0 0,-1 1 0,1-1 0,0 1 0,0 0 0,1 0 0,-1 0 0,0 1 0,0-1 0,0 0 0,7 0 0,-1 1 0,51-1 0,-57 1 0,1 0 0,0 1 0,0-1 0,0 0 0,-1 2 0,1-1 0,0-1 0,0 2 0,-1-1 0,1 0 0,-1 2 0,5 1 0,-6-1 0,0-2 0,-1 1 0,1 0 0,-1 0 0,0 0 0,1 0 0,-1 1 0,-1-1 0,1 0 0,0 0 0,0 1 0,-1-1 0,0 0 0,1 4 0,-2 38 0,1-28 0,-1-11 0,0 0 0,0 0 0,0 0 0,-1 1 0,1-2 0,-2 1 0,1 0 0,0 0 0,-5 6 0,-5 6 0,-17 18 0,0 0 0,14-14 0,12-15 0,0-1 0,-1 1 0,0-1 0,0 0 0,0 0 0,-1-1 0,1 1 0,-2-1 0,1 0 0,0 0 0,0-1 0,-7 4 0,11-7 0,-1 1 0,1 0 0,0-1 0,-1 1 0,1 0 0,0-1 0,-1 1 0,1 1 0,0-2 0,0 2 0,0-2 0,-1 2 0,4 4 0,11-3 0,-6-2 0,0-1 0,1-1 0,-1 0 0,0 1 0,-1-2 0,2 1 0,-1-1 0,0-1 0,9-2 0,28-8 0,-37 11 0,0 1 0,0 0 0,0 0 0,0 1 0,-1 0 0,1 0 0,1 1 0,-1 0 0,0-1 0,-1 2 0,1 0 0,6 2 0,-9-2 0,-1-1 0,0 0 0,0 1 0,0 0 0,0 0 0,0 0 0,-1 1 0,2-1 0,-2 1 0,0-1 0,0 1 0,1 0 0,-1-1 0,-1 1 0,1 0 0,-1 0 0,1 0 0,0 1 0,-2-1 0,2 0 0,-1 1 0,-1-2 0,0 2 0,1 4 0,1 23 0,-5 61 0,3-89 0,-1 1 0,0-1 0,0 0 0,1 1 0,-2-2 0,1 2 0,0-1 0,-1 0 0,0 0 0,0 0 0,0 0 0,0-1 0,-4 5 0,-2 0 0,0-1 0,-1 0 0,-11 6 0,11-6 0,-9 10 0,16-14 0,1-1 0,-1 2 0,0-1 0,0-1 0,0 1 0,0 0 0,-1-1 0,1 0 0,0 1 0,-5 1 0,-10 1 0,1 1 0,-2-2 0,1 1 0,-1-2 0,1-1 0,-26 0 0,43-1-3,-3-1-88,1 1 0,-1 0 0,0 0 0,0 0 1,1 1-1,-1-1 0,1 1 0,-1-1 1,1 1-1,-1 0 0,1-1 0,-1 2 0,1-2 1,-3 3-1,-2 4-6735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61 24575,'0'0'0,"-2"1"0,1-1 0,0 1 0,0-1 0,0 1 0,0-1 0,0 1 0,-1-1 0,2 1 0,-1 0 0,0 0 0,0-1 0,1 1 0,-1 0 0,0 0 0,0 0 0,1 0 0,-1 0 0,0 0 0,1 0 0,-1 0 0,1 1 0,-9 24 0,-1 32-39,2 1 0,4-1 0,4 69 0,0-60-506,-1-48 407,-6 36 0,3-34 110,-1 26 1,-7 88 27,6-81 0,4-36 0,-2-2 0,-6 20 0,6-22 0,0 1 0,1-1 0,-3 27 0,5-32 106,0 0-1,-1 0 1,1-1-1,-3 1 1,-4 14-1,-6 19 261,3-1-337,3-14-28,2-1 0,2 1 0,-3 46 0,24-175-1,-15 73 0,7-36 0,-6 44 0,-1 0 0,-1-36 0,-2 37 0,2 1 0,1-2 0,4-21 0,0 2 0,-2 1 0,-1-1 0,-5-59 0,1 22 0,0 28 0,2-56 0,15 28 0,-9 44 0,-3 21 0,-2-1 0,2-22 0,-3 30 0,0 0 0,0 0 0,0 0 0,0 0 0,2 0 0,-2 1 0,1-1 0,1 0 0,0 1 0,0-1 0,0 1 0,6-7 0,6-6 0,31-24 0,-26 24 0,-5 4 0,1-2 0,25-17 0,-36 29 0,0-1 0,1 1 0,0 0 0,-1 0 0,1 0 0,0 1 0,1 0 0,-1 1 0,9-3 0,13-2 0,-19 4 0,0 0 0,1 0 0,-1 1 0,17 0 0,-25 1 0,2 0 0,-2 0 0,1 0 0,0 1 0,-1-1 0,2 0 0,-2 0 0,1 1 0,-1 0 0,1 0 0,0-1 0,0 1 0,-1 0 0,1 0 0,-1 0 0,0 0 0,0 1 0,1-2 0,-1 2 0,0-1 0,0 0 0,0 1 0,0-1 0,0 1 0,0-1 0,-1 0 0,1 1 0,0-1 0,1 4 0,4 20 0,-1 1 0,-1-1 0,-1 0 0,-2 0 0,-3 49 0,2-70 0,-1-1 0,0 0 0,0 0 0,0 0 0,0 0 0,0-1 0,-1 1 0,0 0 0,1 0 0,-1 0 0,0-1 0,0 1 0,-1-1 0,1 0 0,-3 2 0,-5 4 0,-1-1 0,-18 10 0,6-3 0,10-5 0,-1-1 0,0 0 0,1-2 0,-2 1 0,-18 5 0,28-11 0,1 1 0,0 0 0,-1 0 0,-7 4 0,12-6 0,0 0 0,0 1 0,0-1 0,-1 0 0,1 1 0,0-1 0,-1 0 0,1 0 0,0 0 0,-1 0 0,1 1 0,0-1 0,0 0 0,-1 1 0,1-1 0,0 0 0,0 0 0,0 1 0,0-1 0,0 1 0,0-1 0,0 0 0,0 1 0,0-1 0,0 0 0,0 0 0,0 2 0,0-2 0,1 0 0,0 1 0,0 0 0,0-1 0,-1 0 0,1 1 0,0-1 0,0 1 0,-1-1 0,1 1 0,1-1 0,-2 0 0,1 0 0,0 0 0,0 0 0,-1 0 0,3 0 0,57 3 0,-49-4 0,0 1 0,-1 1 0,1 0 0,0-1 0,0 3 0,19 4 0,17 11 0,-31-10 0,2-1 0,-1-1 0,19 4 0,-31-8 0,-1-1 0,0 1 0,1 0 0,-2 0 0,2 0 0,-1 1 0,0-1 0,-1 0 0,1 1 0,4 5 0,2 1 0,-2 0 0,12 16 0,-18-20 0,1 0 0,-1 0 0,0 0 0,0 0 0,0 1 0,-1-2 0,0 2 0,0 0 0,-1-1 0,0 6 0,0 10 0,-3 25 0,3-43 0,-1 1 0,1-1 0,-1 0 0,0 1 0,0-1 0,0 0 0,0 1 0,-1-2 0,1 1 0,-2 1 0,-2 3 0,1-3 0,0-1 0,1 0 0,-1 1 0,-1-2 0,1 1 0,0-1 0,-1 1 0,-5 1 0,-19 8 0,-2 0 0,1-2 0,-40 8 0,51-14 0,1 0 0,-1-1 0,0 0 0,-22-1 0,17-1 0,13 0 0,0-1 0,0 0 0,-11-2 0,18 1 0,1 0 0,0 1 0,0-1 0,0-1 0,0 1 0,0 0 0,0-1 0,0 1 0,0-1 0,0 0 0,0 1 0,1-1 0,-1 0 0,-2-4 0,1 2 0,0 0 0,0 0 0,0 0 0,-1 1 0,1-1 0,-1 1 0,0-1 0,-1 1 0,1 0 0,-5-1 0,5 2 10,1 0 1,0-1-1,1 1 0,0-1 0,-1 1 0,1-1 0,0-1 1,0 1-1,0 0 0,-4-5 0,-15-17-1487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24575,'8'-1'0,"0"0"0,0-1 0,0 0 0,14-5 0,-14 4 0,22-8 0,-11 4 0,0 0 0,1 2 0,-1-1 0,2 2 0,25-2 0,23-2 0,-45 4 0,34 0 0,-29 5 0,-20 0 0,0-1 0,1 0 0,-1 0 0,1-1 0,-1 0 0,0 0 0,0-1 0,0 0 0,10-4 0,-52 29 0,27-18 0,0 1 0,-1-1 0,-1-1 0,1 1 0,-11 4 0,7-5-1365,2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24575,'0'0'0,"0"-1"0,1 0 0,-1 1 0,0-1 0,1 1 0,-1-1 0,0 1 0,0-1 0,1 1 0,-1-1 0,1 0 0,-1 1 0,1 0 0,-1 0 0,0-1 0,1 1 0,0-1 0,-1 1 0,1 0 0,-1 0 0,1 0 0,-1-1 0,1 1 0,0 0 0,0-1 0,22-4 0,-12 3 0,3-2 0,1 1 0,0 0 0,0 1 0,21-1 0,64 4 0,-38 1 0,13-2 0,84-1 0,-119-8-1365,-28 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387 160 24575,'1'-34'0,"1"23"0,-2 1 0,0 0 0,0-1 0,0 1 0,-2 0 0,1 0 0,-6-17 0,5 25 0,2 0 0,-2 0 0,1 1 0,0 0 0,-1-2 0,1 2 0,-2 0 0,2-1 0,-1 2 0,1-2 0,-1 1 0,0 0 0,0 0 0,0 0 0,0 0 0,0 1 0,-1-1 0,1 0 0,1 1 0,-2-1 0,1 1 0,-3 0 0,-8-1 0,-1 1 0,-21 2 0,14-1 0,13-1 0,1 1 0,-1-1 0,1 1 0,-1 0 0,1 1 0,0 0 0,0 0 0,-1 0 0,1 1 0,0 0 0,1-1 0,0 2 0,-1 0 0,1 0 0,0 1 0,0-1 0,-5 6 0,-15 8 0,23-16 0,-1 0 0,0 0 0,1 0 0,0 1 0,-1-1 0,1 1 0,0 0 0,1-1 0,-1 1 0,1 1 0,0-1 0,-1 0 0,1 1 0,-1 3 0,-20 52 0,18-47 0,0-1 0,0 1 0,1 0 0,0 1 0,1-1 0,2 0 0,-1 1 0,0 13 0,2-23 0,1 0 0,-1 0 0,1 0 0,-1-1 0,1 0 0,0 1 0,0 0 0,0-1 0,0 1 0,0-1 0,1 0 0,-1 1 0,1-1 0,0 0 0,0 0 0,0 0 0,0 0 0,0 0 0,0 0 0,0-1 0,1 1 0,-1-1 0,1 1 0,-1-1 0,1 0 0,0 0 0,0 0 0,0 0 0,3 1 0,9 0 0,-1-1 0,0 1 0,0-2 0,28-3 0,-10 2 0,-20 1 0,0-1 0,1 1 0,-1-2 0,19-5 0,-25 6 0,0-1 0,0-1 0,0 0 0,0 0 0,0 0 0,-1 0 0,0-1 0,1 1 0,-1-1 0,5-5 0,3-3 0,2-4 0,0 1 0,18-24 0,-29 32 0,0 1 0,-1-1 0,1 1 0,-1-1 0,-1 0 0,1 0 0,-1 0 0,-1-1 0,1 1 0,0-10 0,-3-40 0,1 207 0,-1-138 0,-1 0 0,-4 20 0,3-20 0,1 1 0,-2 14 0,3 352 0,3-185 0,-2-192 0,1-1 0,-1 1 0,0 0 0,0 0 0,0 0 0,0-1 0,-1 1 0,1 0 0,-1 0 0,0-1 0,1 1 0,0 0 0,-1 0 0,0-1 0,0 1 0,0-1 0,0 0 0,0 1 0,0 0 0,-1-1 0,1 0 0,-1 0 0,1 1 0,-1-1 0,1 0 0,-1 0 0,1 0 0,-1 0 0,0-1 0,0 1 0,1 0 0,-2-1 0,2 1 0,-1-1 0,0 1 0,0-1 0,0 1 0,0-1 0,1 0 0,-5 0 0,-42 0 0,-58-4 0,95 2 0,-1-1 0,2 0 0,-2-1 0,2 0 0,-1 0 0,0-1 0,1-1 0,1 1 0,-11-9 0,-1 2 0,17 9 0,1-1 0,0 1 0,-1-1 0,1 1 0,0-1 0,0 0 0,0 0 0,1 0 0,0 0 0,0 0 0,0-1 0,1 1 0,-2-5 0,-10-21 0,12 28-105,-1 0 0,2-1 0,-1 1 0,-1 0 0,2-1 0,0 1 0,-1 0 0,0-1 0,1 1 0,0 0 0,0-1 0,0-2 0,2-4-6721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 24575,'-10'0'0,"0"0"0,1 1 0,-2-1 0,-18 5 0,25-3 0,1-2 0,0 2 0,0-1 0,0 1 0,0 0 0,0-1 0,1 1 0,-1 0 0,0 0 0,0 1 0,1-1 0,0 0 0,0 1 0,0-1 0,0 1 0,0 0 0,1 0 0,-2 3 0,-13 23 0,8-16 0,2-1 0,0 1 0,-8 26 0,9-17 0,0 1 0,2 0 0,-1 33 0,3 13 0,3 63 0,1-108 0,1-1 0,1 0 0,2-1 0,-1 1 0,3-2 0,21 42 0,-28-59 0,1-1 0,0 2 0,1-2 0,-1 1 0,1-1 0,0 1 0,0-2 0,0 2 0,0-1 0,1-1 0,-1 1 0,1-1 0,5 3 0,3-1 0,-1-1 0,1 1 0,0-1 0,14 1 0,10 2 0,-19-2 0,0-2 0,31 3 0,-44-5 0,-1 0 0,1-1 0,-1 1 0,1-1 0,-1 1 0,0-2 0,1 1 0,-1 0 0,0 0 0,0-1 0,0 0 0,0 0 0,-1 0 0,1 0 0,0 0 0,4-5 0,-1-2 0,0 0 0,-1-1 0,0 1 0,0-1 0,-1 0 0,-1-1 0,4-12 0,-4 6 0,-1-1 0,-1 2 0,0-1 0,-2-1 0,-3-27 0,1-4 0,2 31 0,-1 1 0,0 0 0,-5-21 0,4 31 0,0 0 0,0 0 0,-1 0 0,0 1 0,-1-1 0,0 0 0,-1 1 0,2 0 0,-2 0 0,-6-6 0,7 7 0,0 0 0,0 1 0,0-1 0,1-1 0,0 0 0,1 1 0,0-1 0,0 1 0,0-1 0,-1-7 0,0 4 0,1-1 0,-10-16 0,-23-29 0,24 38 0,-19-33 0,29 47 12,-2-1 0,2 1 0,-1-1 0,0 1 0,-1-1 0,1 1 0,0 0 0,-1 1 0,-5-6 0,5 7-126,0-2 0,1 2-1,-1 0 1,0 0 0,-1 0 0,1 0-1,0-1 1,0 2 0,0 0 0,0-1-1,-1 0 1,-5 1 0,-5 0-6712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76 24575,'-1'-3'0,"1"0"0,-1 0 0,0 0 0,0 0 0,0 0 0,-1 0 0,1 0 0,-1 0 0,1 1 0,-1-1 0,0 1 0,0 0 0,-1-1 0,1 1 0,0 0 0,-5-3 0,3 2 0,0-1 0,0 2 0,-1-1 0,1 1 0,-1 0 0,1-1 0,-1 1 0,0 0 0,0 1 0,-5-2 0,7 3 0,0 0 0,0 0 0,1 0 0,-1 0 0,1 1 0,-1-1 0,0 0 0,0 1 0,1 0 0,0 0 0,-1 0 0,0 0 0,1 0 0,0 0 0,0 0 0,-1 1 0,1 0 0,0-1 0,0 0 0,0 2 0,0-2 0,1 1 0,-1 0 0,-1 3 0,0 0 0,-1 0 0,1 0 0,1 0 0,0 0 0,0-1 0,0 2 0,1-1 0,-1 1 0,0 10 0,1 16 0,4 46 0,-2-75 0,-1 0 0,1 0 0,0 1 0,0-1 0,0 0 0,0 1 0,1-1 0,0 0 0,-1 0 0,2 0 0,-2-1 0,2 1 0,0 0 0,-1 0 0,0-1 0,1 1 0,0-1 0,-1 0 0,2 0 0,-1-1 0,0 2 0,0-2 0,0 0 0,1 1 0,0-1 0,-1 1 0,1-2 0,5 2 0,11 1 0,-1-1 0,0 0 0,1-1 0,24-2 0,-21 0 0,-10 1 0,-3 1 0,0-1 0,0-1 0,-1 0 0,17-4 0,-23 5 0,-1-1 0,0 0 0,0 1 0,0-1 0,0 0 0,1 0 0,-2 0 0,1 0 0,0-1 0,-1 1 0,1-1 0,-1 1 0,1 0 0,-1-1 0,1 0 0,-1 1 0,1-1 0,-1 0 0,0 0 0,0 1 0,0-1 0,0 0 0,-1-1 0,1 2 0,-1-1 0,1-3 0,0-3 0,-1 0 0,0 0 0,0 0 0,0 0 0,-1 0 0,-1 0 0,1 0 0,-1 0 0,-1 0 0,0 0 0,-7-11 0,7 13 0,0 1 0,-1-1 0,1 1 0,-1 0 0,-1 0 0,1 0 0,-1 1 0,0 0 0,0 0 0,-1 0 0,1 0 0,0 1 0,-1-1 0,-1 1 0,-10-4 0,10 6-273,0 0 0,1-1 0,-1 1 0,-10 0 0,3 1-6553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24575,'82'1'0,"89"-3"0,-162 1 18,-1 0 0,2-2 0,-1 1 0,10-5 0,10-2-1473,-15 5-5371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0 24575,'-1'0'0,"-1"1"0,0-1 0,1 0 0,-1 0 0,1 1 0,0-1 0,-1 1 0,1 0 0,-1-1 0,1 1 0,0 0 0,-1-1 0,1 2 0,0-2 0,0 1 0,0 1 0,-1-2 0,2 2 0,-1-1 0,0 0 0,0 0 0,1 1 0,-1-1 0,-2 2 0,0 7 0,0-2 0,-5 19 0,1-2 0,-53 106 0,59-131 0,-2 8 0,0 0 0,-1 0 0,2-1 0,-2 1 0,3 0 0,-1 0 0,-1 9 0,1-3 0,-1 0 0,0 0 0,-2 0 0,0-1 0,0 1 0,-1-1 0,-12 18 0,-12 27 0,14-11 0,12-33 0,-1 0 0,-10 20 0,-1-8 0,-1-1 0,-1-1 0,-27 27 0,28-35 0,-1 0 0,-25 17 0,40-31 0,-1 1 0,-1 0 0,-1 0 0,1 0 0,0-1 0,-2 0 0,2 0 0,-1 0 0,0-1 0,0 1 0,0-2 0,-8 2 0,-4-1 0,0-1 0,-29-3 0,38 1 0,0-1 0,0 0 0,0 0 0,1 0 0,-1-1 0,1-1 0,-14-8 0,4 3 0,15 7 0,0 1 0,0 0 0,0-1 0,1 1 0,0 0 0,-1-1 0,1 0 0,0 0 0,-1 0 0,2 1 0,-1-2 0,1 1 0,-1 0 0,2 0 0,-2-1 0,1 1 0,1-1 0,-1 1 0,1 0 0,-1-4 0,0-1 0,0 1 0,-1 0 0,-5-12 0,3 9 0,0-1 0,1 0 0,1 1 0,0-1 0,-2-22 0,3 24 0,-7-33 0,5 30 0,1-2 0,0-12 0,1 19 0,1 0 0,1-1 0,0 1 0,-1 0 0,2 0 0,-1-1 0,5-10 0,-5 16 0,1-1 0,-1 1 0,1-1 0,-1 1 0,1 0 0,0 0 0,0 0 0,0 0 0,0 0 0,0 0 0,1 0 0,-1 1 0,0-1 0,1 0 0,0 1 0,-1 0 0,1 0 0,0 0 0,-1 0 0,1 0 0,0 0 0,0 1 0,4-1 0,4-1 0,-1 2 0,2-1 0,-2 1 0,1 1 0,0-1 0,0 2 0,0 0 0,-1 0 0,1 1 0,0 0 0,-1 0 0,-1 1 0,1 1 0,0-1 0,0 1 0,-1 0 0,9 8 0,28 14 0,-34-21 0,0 1 0,-1 0 0,0 0 0,14 14 0,19 19 0,22 23 0,-56-51 0,-1 1 0,12 21 0,-14-22 0,0 0 0,0-1 0,2 0 0,9 11 0,-11-15-341,0 2 0,-1-2-1,6 12 1,-6-10-6485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710 1 24575,'-2'0'0,"0"0"0,1 0 0,-2 1 0,2-1 0,-1 0 0,0 1 0,0-1 0,1 1 0,-1 0 0,1-1 0,-1 1 0,1 0 0,-1 0 0,1 0 0,-1 0 0,-1 2 0,0 0 0,0 1 0,1-1 0,-1 0 0,1 1 0,-1 0 0,-1 5 0,0 1 0,0 0 0,1 0 0,1 0 0,-3 17 0,0 12 0,-14 48 0,11-55 0,1-1 0,-5 58 0,11-71 0,-1-1 0,-2 0 0,0 0 0,-1 0 0,-8 18 0,-1 5 0,7-13 0,6-21 0,1-1 0,-2 0 0,1 0 0,-1 0 0,0 0 0,0 0 0,-6 8 0,0 0 0,3-6 0,0 0 0,0 0 0,0 0 0,0 0 0,-2-1 0,1 0 0,-1 0 0,0-1 0,0 0 0,-11 7 0,-26 11 0,32-16 0,-1-1 0,1 0 0,-1-1 0,-25 8 0,11-8 0,0 0 0,-1-1 0,0-1 0,0-2 0,-52-3 0,77 1 0,0 1 0,1 0 0,0-2 0,-1 1 0,0 1 0,1-2 0,0 1 0,0 0 0,-1-1 0,1 1 0,0-1 0,0 1 0,0-1 0,0 0 0,1 0 0,-1 0 0,0 0 0,-1-3 0,-4-5 0,1-1 0,-7-17 0,9 18 0,0 1 0,2-1 0,-1 1 0,1-1 0,1 0 0,0 0 0,0 0 0,1 1 0,0-2 0,2 1 0,2-18 0,-2 23 0,1 1 0,-1-1 0,1 0 0,0 1 0,0-1 0,0 0 0,1 1 0,0 0 0,-1 1 0,1-2 0,1 2 0,8-6 0,-6 4 0,0 1 0,0 0 0,1 0 0,-2 1 0,2 0 0,0 0 0,0 1 0,13-3 0,12 2 0,0 2 0,1 1 0,34 4 0,-61-4 0,1 2 0,-2 0 0,1-1 0,0 1 0,0 1 0,-1 0 0,1 0 0,10 7 0,48 36 0,-43-29 0,55 49 0,-17-14 0,-50-44 0,7 7 0,0-3 0,24 15 0,-12-3 109,-24-20-404,0 0 1,1 0-1,-1 0 0,7 4 0,-2-4-6531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18 24575,'13'-1'0,"-2"0"0,1-1 0,12-3 0,-18 3 0,1 0 0,0 1 0,0 0 0,0 0 0,0 0 0,0 1 0,-1 0 0,1 0 0,0 1 0,0-1 0,0 1 0,12 4 0,-16-4 0,-1 1 0,0 0 0,1-1 0,-2 1 0,1 0 0,0 0 0,0 0 0,0 0 0,-1 0 0,1 0 0,-2 0 0,2 1 0,-1-1 0,0 0 0,0 1 0,0-1 0,0 0 0,-1 1 0,0-1 0,0 1 0,0 0 0,0-1 0,0 1 0,0 2 0,0 0 0,0 1 0,-1 0 0,0-1 0,0 1 0,0-1 0,-1 1 0,1-1 0,-2 0 0,-4 10 0,5-11 0,-1 1 0,0-2 0,0 1 0,0-1 0,-1 1 0,1-1 0,0 0 0,-1 0 0,0 0 0,0-1 0,0 1 0,-9 3 0,8-3 0,1-1 0,-2 0 0,2 1 0,-1-1 0,1 1 0,0 0 0,0 0 0,-1 1 0,2-1 0,0 1 0,-1 0 0,1 0 0,0 0 0,0 0 0,-4 9 0,6-11 0,0 1 0,0-2 0,-1 1 0,1 0 0,-1 0 0,1 0 0,-1-1 0,1 0 0,-2 2 0,2-2 0,-1 0 0,-3 2 0,-13 13 0,18-16 0,-1 0 0,1 1 0,-1-1 0,1 1 0,0-1 0,0 0 0,-1 1 0,1-1 0,0 1 0,0-1 0,0 0 0,0 1 0,0 0 0,0-1 0,0 1 0,0-1 0,0 1 0,0-1 0,0 1 0,0-1 0,0 0 0,1 1 0,-1-1 0,0 1 0,0-1 0,1 0 0,-1 1 0,1-1 0,-1 1 0,0-1 0,1 1 0,-1-1 0,0 0 0,0 0 0,1 1 0,-1-1 0,1 1 0,-1-1 0,1 0 0,-1 0 0,0 0 0,1 0 0,0 0 0,-1 0 0,1 1 0,-1-1 0,0 0 0,2 0 0,31 6 0,-24-5 0,13 4 0,-2 1 0,1 1 0,37 18 0,-39-16 0,-10-4 0,0 0 0,-2 2 0,2-1 0,-2 0 0,0 1 0,0 0 0,0 1 0,-1 0 0,-1-1 0,1 2 0,4 10 0,-6-10 0,-1 0 0,-1 0 0,0 0 0,0 1 0,-1-1 0,0 1 0,-1-1 0,0 1 0,-1 0 0,0-1 0,0 1 0,-2-1 0,1 0 0,-5 10 0,6-17 0,1 0 0,-2-1 0,1 1 0,1-1 0,-2 0 0,1 1 0,0-1 0,-1 1 0,1-1 0,-1 0 0,1 0 0,-1 0 0,1 0 0,-2 0 0,-1 1 0,-33 9 0,30-9 0,1-1 0,0 0 0,0 2 0,-7 2 0,-14 8 0,0 0 0,-1-2 0,-1-1 0,-43 10 0,71-20-39,-2 1 0,2-1 0,-1 1 0,0-1 0,0 0 0,0 0 0,0 0 0,0 0 0,0-1 0,0 1 0,0-1 0,0 1 0,1 0 0,-1-1 0,0 0 0,0 1 0,1-1 0,-1 0 0,0 0 0,1 0 0,-1 0 0,0 0 0,1 0 0,-1-1 0,2 1 0,-2-1 0,1 1 0,0 0 0,0-1 0,0 1 0,0-1 0,0 0 0,0 1 0,0-3 0,-3-7-6787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98 24575,'-24'0'0,"13"-1"0,-1 1 0,0 0 0,-14 3 0,22-3 0,1 1 0,0 0 0,0 0 0,0 0 0,0 0 0,0 1 0,0-1 0,0 1 0,0-1 0,0 1 0,1-1 0,-1 2 0,1-1 0,-1 0 0,1 1 0,-2 1 0,-2 4 0,0 0 0,0 0 0,1-1 0,0 2 0,1-1 0,0 1 0,1 0 0,0 0 0,0-1 0,1 1 0,0 1 0,-1 13 0,5 163 0,-2-179 0,2-1 0,-1 0 0,0 0 0,1 0 0,0 1 0,0-2 0,0 1 0,1 0 0,1 0 0,-1-1 0,1 0 0,0 0 0,8 9 0,-3-3 0,-1-1 0,7 13 0,-4 0 0,-8-17 0,-1 0 0,1 0 0,0-1 0,1 1 0,0-1 0,-1 1 0,1-2 0,1 1 0,9 9 0,-8-9 0,1-1 0,-1 1 0,1-2 0,1 1 0,-2 0 0,2-1 0,0 0 0,-1 0 0,1-1 0,-1 0 0,2 0 0,-1-1 0,0 0 0,11 1 0,-15-2 0,6 0 0,1 0 0,-1 0 0,2-1 0,-2 0 0,18-4 0,-25 4 0,-1 0 0,1 0 0,0 0 0,0-1 0,0 1 0,-1-1 0,0 0 0,0 1 0,1-1 0,-1 0 0,0 0 0,1-1 0,-2 1 0,1 0 0,0 0 0,-1-1 0,1 1 0,-1-1 0,0 1 0,0 0 0,0-1 0,0 0 0,0 0 0,0-4 0,6-33 0,-1 0 0,-1-53 0,-4 34 0,-3-51 0,1 104 0,0 0 0,-1 1 0,0-1 0,1 1 0,-2-1 0,0 1 0,-3-5 0,-26-37 0,27 40 0,-10-11 0,12 15 0,0 1 0,0-1 0,0-1 0,1 1 0,0-1 0,0 1 0,-1-1 0,-1-5 0,-2-4 0,0 0 0,-1 1 0,0-1 0,-1 1 0,-18-21 0,9 12 0,2 4-1365,9 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 24575,'-19'-1'0,"11"1"0,0-1 0,1 1 0,-1 1 0,-12 1 0,18-1 0,1-1 0,-1 0 0,1 1 0,-2 0 0,2-1 0,-1 1 0,1 0 0,-1-1 0,2 1 0,-2 1 0,0-2 0,1 2 0,0-2 0,0 2 0,0-1 0,-1 0 0,2 0 0,-1 1 0,0-1 0,0 0 0,1 1 0,-1-1 0,0 1 0,0 0 0,1 1 0,-2 1 0,1 1 0,1-1 0,-1 0 0,1 0 0,-1 0 0,1 1 0,1-1 0,-1 0 0,1 0 0,-1 0 0,2 1 0,-1-1 0,0 0 0,1 0 0,-1 0 0,1-1 0,1 1 0,-1 0 0,0-1 0,1 1 0,0-1 0,0 0 0,0 1 0,0-1 0,0-1 0,1 1 0,0 0 0,0-1 0,0 0 0,-1 0 0,1 0 0,9 3 0,7 2 0,29 6 0,-46-12 0,0-1 0,1 1 0,-1-1 0,1 0 0,0 1 0,0-2 0,-1 1 0,0-1 0,1 1 0,7-3 0,-10 3 0,1-1 0,-1 0 0,1 0 0,-1 0 0,0-1 0,1 1 0,-1 0 0,0 0 0,1-1 0,-2 1 0,2-1 0,-1 1 0,-1 0 0,1-1 0,0 0 0,0 1 0,0-4 0,8-35 0,-8 27 0,0 10 9,0-1-1,-1 2 1,0-2-1,0 1 1,0 0 0,0 0-1,0-1 1,0 2-1,-1-2 1,0 1-1,0 1 1,1-2-1,-4-2 1,4 4-83,-2 0-1,1 1 1,-1-1 0,1 0 0,-1 0-1,0 1 1,0-1 0,1 1 0,-1 0-1,-1-1 1,2 2 0,-2-2 0,1 1-1,0 1 1,0-2 0,-1 2 0,1-1-1,0 1 1,-4-1 0,-6-1-6752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24575,'71'0'0,"77"-1"0,-103-6 0,-32 4 0,-1 1 0,18-1 0,-15 2 0,-1-1 0,0 0 0,0-1 0,19-6 0,-4 1 0,57-11-1365,-74 17-5461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24575,'8'0'0,"0"0"0,0 0 0,0 1 0,1 0 0,-1 0 0,0 1 0,0 0 0,0 0 0,-1 1 0,1 0 0,-1 0 0,1 0 0,7 6 0,-12-7 0,3 0 0,-1 2 0,-1-1 0,2 0 0,-2 1 0,9 8 0,-12-10 0,1 0 0,-2 0 0,2 0 0,-1 0 0,-1-1 0,1 2 0,0-1 0,0 0 0,-1 1 0,0-1 0,0 0 0,0 0 0,0 0 0,0 0 0,0 0 0,0 0 0,0 1 0,0-1 0,-2 2 0,0 2 0,0-1 0,-2 0 0,2 0 0,-1 0 0,-1-1 0,1 1 0,0-1 0,-2 0 0,-6 7 0,-16 17 0,-12 17 0,32-39 0,0 1 0,1 0 0,0 1 0,0 0 0,0 0 0,1 0 0,0 0 0,2 1 0,-8 17 0,-4 19 27,11-35-259,0 1 0,1-2 0,0 1 0,1 1 0,-1 15 0,2-12-6594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24575,'0'419'0,"0"-415"0,1-1 0,-1 1 0,1-1 0,-1 1 0,1-1 0,1 5 0,-2-8 0,1 1 0,-1-1 0,0 1 0,0-1 0,1 1 0,-1-1 0,0 0 0,1 0 0,-1 1 0,0-1 0,0 1 0,0-1 0,1 0 0,-1 0 0,1 0 0,-1 0 0,1 1 0,-1-1 0,0 0 0,0 0 0,1 1 0,0-1 0,-1 0 0,1 0 0,0 0 0,0 0 0,0-1 0,-1 1 0,1 0 0,0-1 0,1 1 0,-2 0 0,1-1 0,0 1 0,0-1 0,-1 1 0,1-1 0,-1 0 0,1 1 0,0-1 0,-1 1 0,1-2 0,11-13 0,-1-1 0,0 0 0,-2 0 0,13-34 0,16-26 0,-25 54 0,-3-1 0,0 0 0,-2-1 0,8-30 0,-7 20 0,-7 27 0,0-1 0,1 1 0,0 0 0,1 0 0,0 0 0,0 1 0,0 0 0,1 0 0,-1 0 0,12-9 0,-10 8 0,0 1 0,-1 0 0,0-1 0,5-10 0,-5 11 0,-1-1 0,0 0 0,11-10 0,-12 15 0,0 0 0,0-1 0,0 1 0,0 1 0,0-1 0,0 0 0,0 1 0,1 0 0,-1-1 0,0 2 0,1-2 0,6 1 0,-7 0 0,0 1 0,1 0 0,0 0 0,0 1 0,-1-1 0,1 0 0,-1 1 0,0 0 0,1 0 0,-1 0 0,1 0 0,-1 1 0,0-1 0,0 1 0,0 0 0,0 0 0,0-1 0,0 1 0,0 1 0,0-1 0,-1 0 0,0 1 0,1 0 0,-1 0 0,0-1 0,3 6 0,-1 1 0,1-1 0,-1 0 0,-1 1 0,0-1 0,0 1 0,0 0 0,-1 0 0,1 17 0,-1-3 0,2 1 0,7 24 0,-6-27 0,0 0 0,1 43 0,-6 184 0,0-245 20,0 1 0,0 0 0,0-1 0,1 2 0,1 3 0,-2-7-65,0 0 0,1 0 0,-1-1 0,1 1 0,-1 0 0,1 0 0,-1-1 0,1 1 0,-1-1 0,0 1 0,1-1 0,0 1 0,0 0 0,-1-1 0,1 0 0,-1 1 0,1-1 0,0 1 0,-1-1 0,1 1 0,0-1 0,0 0 0,0 0 0,0 0 0,0 0 0,-1 1 0,1-1 0,0 0 0,0 0 0,-1 0 0,2 0 0,0-1 0,7 0-6781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34 24575,'-1'-1'0,"1"1"0,0-2 0,-1 1 0,0 0 0,0 0 0,1 1 0,0-1 0,-2 0 0,1 0 0,1 0 0,-1 0 0,0 1 0,0-1 0,0 1 0,0-1 0,0 1 0,-2-2 0,-20-7 0,11 6 0,0 1 0,-1 0 0,1 1 0,-1 0 0,1 1 0,-1 0 0,-12 2 0,21-1 0,0 0 0,1 0 0,0 0 0,-1 1 0,1-1 0,-1 1 0,1 0 0,0 0 0,0 0 0,0 0 0,-3 3 0,-30 28 0,26-22 0,1-1 0,1 1 0,-1 0 0,1 1 0,1 0 0,-10 21 0,8-10 0,3-12 0,2 0 0,-1 1 0,-2 16 0,7-23 0,-1-2 0,1 1 0,-1 0 0,2 1 0,-1-2 0,1 1 0,-1 1 0,1-2 0,0 1 0,0 0 0,0 0 0,1-1 0,0 2 0,2 2 0,0-2 0,0 0 0,0-1 0,0 1 0,0-1 0,1 0 0,-1-1 0,1 1 0,0-1 0,0 1 0,0-1 0,1 0 0,-1-1 0,8 3 0,5 3 0,-5-2 0,0 0 0,0-1 0,1 0 0,0-1 0,0-1 0,0 0 0,0-1 0,1 0 0,-1-1 0,23 0 0,-34-2 0,0 0 0,0 1 0,0-1 0,0 0 0,-1-1 0,1 2 0,-1-2 0,1 1 0,0-1 0,-1 0 0,0 0 0,1 1 0,-2-1 0,1 0 0,1-1 0,-2 1 0,1 0 0,0 0 0,-1-1 0,0 1 0,1-1 0,-1 1 0,0 0 0,1-6 0,2-3 0,-1-1 0,-1 1 0,1-1 0,-1-18 0,-2 16-125,-2-1 1,1 1-1,-1 0 0,-1 0 0,-1 0 0,-8-21 0,9 26-366,0-1-6335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18 24575,'-36'-12'0,"17"10"0,0-1 0,0 3 0,0-1 0,-21 3 0,37-1 0,-1 0 0,1 0 0,0 0 0,0 1 0,0-1 0,0 1 0,0-1 0,0 1 0,0 0 0,0 0 0,1 0 0,0 0 0,-1 1 0,1-1 0,0 0 0,-1 1 0,2 0 0,-1 0 0,0 0 0,1-1 0,-1 1 0,0 4 0,0-5 0,1 1 0,0 0 0,0 0 0,0 0 0,1 0 0,-1 0 0,0 0 0,1-1 0,0 2 0,0-1 0,0 0 0,0-1 0,1 2 0,-1-1 0,1-1 0,0 1 0,0 0 0,0 0 0,0 0 0,0-1 0,1 1 0,-1 0 0,4 3 0,10 8 0,0-1 0,2 0 0,-1-1 0,1-1 0,1-1 0,37 17 0,-22-14 0,50 28 0,-49-24 0,-26-15 0,0 2 0,-1 0 0,14 8 0,-19-10 0,0-1 0,0 2 0,0-2 0,0 1 0,-1 0 0,2 0 0,-2 0 0,0 0 0,0 1 0,1-1 0,-1 0 0,-1 1 0,1-1 0,0 0 0,0 1 0,0 3 0,0 0 0,-1 1 0,0 0 0,0-1 0,0 0 0,-1 0 0,0 1 0,-1-1 0,1 0 0,-5 12 0,4-15 0,0 0 0,1 0 0,-1 0 0,0 0 0,0-1 0,0 1 0,-1 0 0,1-1 0,-1 0 0,1 1 0,-1-1 0,0 0 0,0 0 0,0 0 0,0-1 0,0 1 0,-1 0 0,1-2 0,-1 2 0,-5 0 0,0 1 0,0-1 0,0 1 0,-10 5 0,11-5 0,0 1 0,0-1 0,-1-1 0,-10 3 0,-12 0 0,11-1 0,-1-1 0,-23 1 0,37-4 0,0 0 0,0-1 0,1 0 0,-1 1 0,0-2 0,0 1 0,1-1 0,0 0 0,-1 0 0,-9-6 0,11 6 11,1-1 0,0 0 0,0 0 0,0 1 0,0-2 0,1 1-1,-1 0 1,1-1 0,0 0 0,-6-7 0,8 7-104,-1 2 0,1-2 1,0 1-1,0 0 0,1-1 0,-1 1 0,0-1 0,1 1 1,0 0-1,0-1 0,0 1 0,0-1 0,1 1 1,0-1-1,1-5 0,2-1-6733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24575,'1'-1'0,"-1"1"0,1-1 0,-1 0 0,0 1 0,0 0 0,1-1 0,0 0 0,0 1 0,-1-1 0,0 0 0,1 1 0,0-1 0,0 1 0,-1 0 0,0-1 0,1 1 0,0-1 0,0 1 0,2 0 0,19-9 0,-16 7 0,5-1 0,1 0 0,19-3 0,-24 6 0,-1-1 0,1-1 0,-1 2 0,1-2 0,-1 0 0,0-1 0,1 1 0,-1 0 0,0-1 0,0-1 0,10-6 0,0-3 0,-1 1 0,1 0 0,20-9 0,-34 19 0,1 1 0,0-1 0,0 0 0,-1 0 0,0 1 0,1-1 0,-1 0 0,0 0 0,0-1 0,3-4 0,-5 7 0,0 0 0,1-1 0,-1 0 0,0 1 0,0 0 0,0-1 0,0 0 0,1 1 0,-1 0 0,0-1 0,0 1 0,0-1 0,0 0 0,-1 1 0,1 0 0,0-1 0,0 0 0,0 1 0,-1 0 0,1-1 0,0 1 0,0-1 0,-1 1 0,0-1 0,0 0 0,0 0 0,0 0 0,0 0 0,-1 1 0,1-1 0,-1 0 0,1 1 0,0 0 0,0-1 0,-1 0 0,1 1 0,-1 0 0,-2-1 0,1 1 0,-1-1 0,1 1 0,0 0 0,-1 0 0,1 0 0,-1 0 0,1 0 0,-1 1 0,1-1 0,-1 1 0,1 0 0,-1 0 0,1 1 0,0-2 0,0 2 0,-4 1 0,5-1 0,0 0 0,0 0 0,-1 0 0,2 0 0,-1 1 0,0-1 0,0 0 0,0 1 0,1-1 0,0 1 0,-1 0 0,1-1 0,0 1 0,0 0 0,1 0 0,-1 0 0,1-1 0,-1 5 0,-1 11 0,1-1 0,1 1 0,1 0 0,6 33 0,-6-45 0,1-1 0,1 0 0,0 0 0,0-1 0,1 1 0,-1 0 0,0-1 0,1 0 0,5 4 0,-2-1 0,2 0 0,-2-1 0,2 0 0,12 6 0,-11-8 0,-1 1 0,1-2 0,0 0 0,-1 0 0,1-1 0,0-1 0,19 2 0,76-4 0,-45 0 0,-53 1 0,0 0 0,1-1 0,0 0 0,12-2 0,-17 2 0,0 0 0,0-1 0,0 1 0,0 0 0,-1-1 0,2 1 0,-2-1 0,0 0 0,0 0 0,1 0 0,-1 0 0,0 0 0,4-4 0,2-6 0,-4 8 0,0-1 0,0 0 0,0 0 0,-1-1 0,0 1 0,0 0 0,-1-1 0,1 1 0,-1-1 0,1-8 0,13-64-1365,-15 66-5461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220 389 24575,'1'-2'0,"-1"0"0,0-1 0,0 1 0,-1 0 0,1 0 0,0 0 0,0 1 0,-1-1 0,0-1 0,0 1 0,1 0 0,-2 1 0,1-1 0,0 0 0,-2-3 0,0 4 0,2 0 0,-1-1 0,-1 1 0,1 0 0,0 0 0,-1 0 0,1 0 0,0 0 0,0 0 0,-1 0 0,1 1 0,-1 0 0,1 0 0,-4-1 0,2 1 0,-1 0 0,2 0 0,-2 1 0,0-1 0,2 0 0,-2 1 0,1 1 0,0-1 0,0 0 0,-1 1 0,2-1 0,-1 1 0,0 0 0,0 0 0,1 1 0,-1-1 0,1 1 0,0-1 0,-1 1 0,-3 6 0,-4 3 0,1 1 0,0 1 0,-12 26 0,20-38 0,-1 7 0,-1-1 0,2 1 0,0-1 0,-1 1 0,2 0 0,-1 9 0,-4 18 0,3-11 0,0 0 0,1 0 0,4 34 0,-2-13 0,0-41 0,0 0 0,1 0 0,0 0 0,0 0 0,-1 0 0,2 0 0,-1-1 0,3 6 0,-3-8 0,0 0 0,1 0 0,-1 0 0,1 0 0,0 0 0,-1 0 0,1-1 0,0 1 0,0-1 0,0 1 0,0-1 0,0 1 0,0-1 0,1 0 0,-1 0 0,1 0 0,-1 0 0,4 0 0,15 5 0,-2 0 0,-1-1 0,1-1 0,0-1 0,0 0 0,1-1 0,32-1 0,-49-1 0,0-1 0,0 1 0,1-1 0,-1 0 0,0 0 0,1-1 0,-1 1 0,0 0 0,0-1 0,0 0 0,4-2 0,27-28 0,-29 26 0,1 1 0,0-1 0,0 0 0,12-7 0,-10 8 0,-1 0 0,0 0 0,-1 0 0,0-1 0,1 1 0,-2-2 0,0 1 0,1-1 0,-2 1 0,7-13 0,-9 15 0,31-36 0,-25 32 0,-1-1 0,0 1 0,9-16 0,-12 14 0,0 1 0,0 0 0,-1-1 0,-1 1 0,0-1 0,0 0 0,-1-17 0,0 18 0,7-43 0,-4 31 0,0-31 0,-5-320 0,1 394 0,0-1 0,-2 1 0,-5 30 0,2-25 0,1 1 0,2-1 0,4 55 0,0-20 0,-2 370 0,0-431-83,0 10 297,0-11-248,0 0 0,0 0 0,0 1 0,0-1 0,0 0 0,0 0 0,0 1 0,0-1 0,0 0 0,0 0 0,0 0 0,0 0 0,0 0 0,1 0 0,-1 1 0,0-1 0,0 0 0,0 0 0,0 1 0,1-1 0,-1 0 0,0 0 0,0 0 0,0 0 0,1 0 0,-1 0 0,0 0 0,0 0 0,0 0 0,0 0 0,0 0 0,0 0 0,1 1 0,-1-1 0,0 0 0,0 0 0,1 0 0,-1 0 0,0 0 0,0 0 0,1 0 0,-1 0 0,1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48 24575,'0'-2'0,"0"0"0,0 0 0,0 0 0,0-1 0,-1 2 0,1-1 0,0 0 0,0 0 0,-1 0 0,0 0 0,0 0 0,0 1 0,0-1 0,0 0 0,0 0 0,-2-1 0,0 1 0,2 1 0,-1-1 0,-1 2 0,1-2 0,0 1 0,0 0 0,-1 1 0,1-1 0,0 0 0,-1 0 0,0 1 0,1 0 0,-5-1 0,3 1 0,0 0 0,0 0 0,0 0 0,1 0 0,-1 1 0,0-1 0,-1 1 0,2 1 0,0-2 0,-1 2 0,0-1 0,0 0 0,1 2 0,-1-2 0,1 1 0,0 0 0,0 0 0,0 1 0,-3 2 0,-4 5 0,1 1 0,1-1 0,-14 23 0,10-13 0,8-14 0,1-1 0,0 1 0,1 1 0,0-1 0,0 0 0,1 1 0,-1-1 0,1 11 0,0-7 0,1 0 0,0 0 0,1 0 0,0 0 0,3 10 0,-2-17 0,-1 0 0,1 1 0,0-1 0,0 0 0,0 0 0,1 0 0,-1 0 0,0 0 0,1 0 0,0-1 0,0 1 0,0-1 0,1 0 0,-1 0 0,0 0 0,0-1 0,1 1 0,0 0 0,0-1 0,0 1 0,6 0 0,5 1 0,-1 0 0,1-1 0,0 0 0,23-1 0,-13 0 0,-17-1 0,0 1 0,2-1 0,-2-1 0,0 1 0,1-1 0,13-3 0,-20 2 0,0 1 0,1 0 0,-1-1 0,0 1 0,0-1 0,0 0 0,0 0 0,0 1 0,-1-1 0,1 0 0,-1-1 0,1 1 0,-1 0 0,0 0 0,1-1 0,-2 1 0,1 0 0,0-1 0,0 1 0,-1-5 0,3-5 0,-2 0 0,0-22 0,-1 33 0,1-17 0,-1 9 0,0 1 0,0-1 0,-1 0 0,-1-9 0,1 16 0,0 0 0,0 0 0,1 0 0,-1-1 0,0 2 0,0-1 0,0 0 0,-1 0 0,1 0 0,0 0 0,-1 1 0,1-1 0,-1 0 0,0 1 0,1 0 0,-2-1 0,2 1 0,-1 0 0,-1 0 0,2 0 0,-4-1 0,-16-7-90,15 6-26,0 0 0,0 1 0,0-1 0,0 2 0,-1-1 0,1 0 1,0 1-1,-1 0 0,1 1 0,-9-1 0,6 3-6710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 24575,'0'-1'0,"0"0"0,0 1 0,0-1 0,-1 1 0,1-1 0,-1 0 0,1 1 0,-1-1 0,1 0 0,-1 1 0,1 0 0,-1-1 0,0 0 0,1 1 0,-1 0 0,0-1 0,0 1 0,1-1 0,-1 1 0,0 0 0,0-1 0,0 1 0,1 0 0,-1 0 0,0 0 0,0 0 0,1 0 0,-3 0 0,0-1 0,0 1 0,0 0 0,1 0 0,-1 0 0,0 0 0,-5 1 0,5 0 0,2 0 0,-1 0 0,1 0 0,-1 0 0,1 0 0,-1 0 0,1 1 0,-1-1 0,1 0 0,0 1 0,-1-1 0,2 1 0,-2-1 0,1 1 0,1 0 0,-1-1 0,0 1 0,0 0 0,1 0 0,0-1 0,-1 1 0,1 0 0,0 0 0,-1 0 0,1-1 0,0 1 0,1 0 0,-1 0 0,1 1 0,-1 1 0,0-1 0,1 1 0,-1-1 0,2 1 0,-2-1 0,2 0 0,-1 1 0,0-2 0,1 1 0,0 1 0,-1-1 0,2-1 0,-1 1 0,5 4 0,7 2 0,-1 0 0,2-1 0,-1 0 0,1-2 0,0 0 0,1 0 0,0-1 0,28 5 0,-31-6 0,-1-1 0,0 2 0,-1 0 0,1 0 0,-1 1 0,0 0 0,-1 1 0,15 12 0,28 15 0,-50-32 0,0 0 0,-1 0 0,1 1 0,0-1 0,0 1 0,-1-1 0,0 0 0,0 1 0,0 1 0,0-1 0,0-1 0,1 5 0,-3-5 0,1-1 0,0 1 0,0 0 0,-1-1 0,1 0 0,-1 2 0,0-2 0,0 1 0,0-1 0,0 2 0,0-2 0,0 1 0,0-1 0,0 1 0,-1 0 0,1-1 0,-1 1 0,0 0 0,0-1 0,1 1 0,-1-1 0,0 1 0,0 0 0,0-1 0,-1 0 0,0 1 0,0 1 0,0-2 0,-1 0 0,0 1 0,1-1 0,0 0 0,-1 0 0,0 0 0,0 0 0,0-1 0,1 1 0,-1 0 0,0-1 0,-4 1 0,-42-3 0,30 1 0,-58 1 0,-32-2 0,108 2-49,-1 0 1,-1 0-1,1 0 0,0 0 0,-1 0 1,2-1-1,-1 0 0,-1 0 0,2 1 1,-1-1-1,-1 0 0,2 0 0,-1 0 1,0 0-1,0 0 0,1 0 0,-1-1 1,1 1-1,-1 0 0,1-1 0,-1 1 1,1-1-1,0 0 0,0 1 0,0-1 0,0 0 1,-1-3-1,-1-6-6777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1 249 24575,'4'0'0,"0"-1"0,-1 0 0,1 1 0,0-1 0,-1 0 0,1 0 0,0-1 0,-1 1 0,0 0 0,5-4 0,33-23 0,-17 12 0,28-13 0,-42 25 0,1-1 0,-2 0 0,1-1 0,-1 1 0,0-2 0,0 0 0,-1 0 0,12-12 0,-18 17 0,-1 1 0,0-1 0,0 0 0,1 0 0,-1 0 0,-1 0 0,2 0 0,-1 0 0,-1 0 0,0 0 0,1 0 0,-1-1 0,1 1 0,-1 0 0,0-1 0,0 1 0,0 0 0,0 0 0,-1 0 0,1 0 0,-1-3 0,-1 2 0,1 0 0,-1 1 0,0 0 0,0-1 0,0 1 0,1 0 0,-2 0 0,1 0 0,0 1 0,-1-1 0,0 0 0,1 0 0,-1 1 0,-4-2 0,0-1 0,0 2 0,0-1 0,-1 1 0,1 0 0,-1 1 0,1 0 0,-1 0 0,0 0 0,0 1 0,0 0 0,1 1 0,-13 1 0,15-1 0,1 1 0,-1 0 0,2 0 0,-2 0 0,1 0 0,0 1 0,1 0 0,-1-1 0,0 1 0,1 0 0,-1 1 0,1-1 0,0 1 0,1-1 0,-1 1 0,0 0 0,1-1 0,0 1 0,0 1 0,0-1 0,1 0 0,-2 4 0,0 9 0,-1-1 0,1 0 0,1 1 0,1 26 0,1-36 0,0 1 0,1-1 0,0 0 0,0 1 0,2-1 0,-1 1 0,0-1 0,1 0 0,1 0 0,-1 0 0,2-1 0,5 9 0,-2-5 0,1-1 0,0 1 0,1-1 0,0-1 0,1 0 0,17 11 0,-4-2 0,-21-14 0,0 0 0,0 0 0,1-1 0,-1 1 0,1-1 0,0-1 0,-1 1 0,1 0 0,8 2 0,4 1 0,1 1 0,29 14 0,-29-11 0,35 11 0,-36-16 0,-1 0 0,0 0 0,0-1 0,1-2 0,-1 0 0,1 1 0,28-4 0,-41 2 0,-1 0 0,0-1 0,1 0 0,-1 1 0,0-1 0,1 0 0,-1 0 0,0 0 0,0 0 0,0-1 0,1 1 0,-2 0 0,2-1 0,-2 1 0,1-1 0,0 0 0,-1 0 0,1 1 0,-1-1 0,1 0 0,-1-1 0,1-1 0,3-6 0,-1 0 0,0-1 0,3-17 0,2-5 0,2 4-102,-4 14-150,-1-1-1,-1 0 0,0 1 1,4-34-1,-9 37-6573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3 24575,'-1'9'0,"0"0"0,-1 0 0,0 1 0,0-2 0,-7 14 0,5-11 0,0-1 0,1 2 0,-3 12 0,4 12 0,1-24 0,1 1 0,-2 0 0,0-1 0,-5 14 0,1-6 0,1 1 0,1 0 0,-3 39 0,8 65 0,0-50 0,-1-65 0,0-7 0,-1-1 0,1 1 0,-1 0 0,1-1 0,1 1 0,-1 0 0,0 0 0,1-1 0,-1 1 0,1 0 0,1 3 0,-2-6 0,1 0 0,-1 0 0,1 0 0,-1 0 0,0 0 0,1 0 0,-1 0 0,0 0 0,0 0 0,0-1 0,1 1 0,-1 0 0,1 0 0,-1 0 0,0-1 0,1 1 0,-1 0 0,0 0 0,0 0 0,0 0 0,0 0 0,0-1 0,1 1 0,-1 0 0,0-1 0,0 1 0,0 0 0,1 0 0,-1 0 0,0-1 0,0 1 0,0-1 0,0 1 0,0 0 0,0 0 0,0 0 0,0-1 0,0 1 0,0-1 0,0 0 0,4-15 0,-4 14 0,6-19 0,-2 7 0,-1-1 0,0-1 0,0-16 0,-1 15 0,0 0 0,1 0 0,9-26 0,4-18 0,-10 29 0,-2 19 0,-2 0 0,2-21 0,-1 4 0,2 0 0,1 0 0,2 1 0,14-38 0,-21 64 0,1 0 0,-1 0 0,1 0 0,-1 0 0,2 0 0,-2 0 0,1 1 0,1-1 0,-1 1 0,0-1 0,1 1 0,0 0 0,0 0 0,4-3 0,-5 4 0,0 0 0,-1 1 0,2-1 0,-2 0 0,2 0 0,-2 1 0,1 0 0,0 0 0,0-1 0,0 1 0,0 0 0,-1 0 0,2 0 0,-2 0 0,2 1 0,-2-1 0,1 0 0,0 1 0,0-1 0,0 1 0,-1 0 0,1-1 0,0 2 0,-1-2 0,1 1 0,0 0 0,-1 0 0,4 3 0,-3-2 0,-1 1 0,1-1 0,0 0 0,0 1 0,-2-1 0,2 0 0,0 1 0,-2-1 0,1 1 0,1 0 0,-2 0 0,0 0 0,1-1 0,0 5 0,-3 44 0,1-31 0,0 13 0,-1 6 0,4 44 0,2-73 0,0-12 0,3-17 0,-6 6 0,1 0 0,1 1 0,0-1 0,0 1 0,9-18 0,-5 15 0,-4 6 0,1 1 0,1 0 0,-1-1 0,2 1 0,0 0 0,0 0 0,0 1 0,8-8 0,-4 7 0,1 0 0,-1 0 0,1 1 0,17-8 0,-21 13 0,-1-1 0,1 0 0,0 1 0,0 0 0,0 0 0,0 0 0,1 2 0,-1-2 0,12 2 0,-16 0 0,0 1 0,-1 0 0,1-1 0,-1 1 0,0 0 0,1 1 0,0-1 0,-1 0 0,0 0 0,1 1 0,-1 0 0,-1-1 0,2 1 0,-1 0 0,-1 0 0,1 0 0,0 0 0,-1 0 0,1 0 0,-1 1 0,1-1 0,-2 0 0,3 5 0,0 2 0,1 0 0,-1 1 0,0 0 0,1 17 0,-1-5 0,2-1 0,14 41 0,4 20 0,-21-72 0,0 2 0,0 1 0,1-1 0,1 0 0,6 13 0,-9-22 0,0-1 0,0 0 0,1 1 0,-1-1 0,1 0 0,0 1 0,-1-1 0,2 0 0,-2-1 0,2 1 0,-1 0 0,0 0 0,0-1 0,1 1 0,-1-1 0,1 0 0,-1 1 0,1-2 0,0 2 0,0-1 0,-1-1 0,1 1 0,0-1 0,0 1 0,4-1 0,-5 0 0,0 0 0,0 0 0,0-1 0,0 0 0,0 1 0,0 0 0,0-1 0,0 0 0,0 0 0,0 0 0,-1 0 0,1 0 0,-1 0 0,2 0 0,-2-1 0,1 1 0,2-3 0,22-33 0,-9 13 0,-9 12 0,1 0 0,-2-1 0,0 1 0,-1-1 0,6-18 0,8-16 0,-12 31-341,0-1 0,-2-1-1,7-23 1,-11 28-6485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24575,'0'326'-1365,"0"-314"-5461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24575,'0'474'0,"2"-454"0,0 0 0,5 20 0,-1-5 0,1 1 0,-4-17 0,3 28 0,-3-24 0,1 1 0,7 26 0,-5-26 0,5 47 0,-3-20 0,-5-37 0,2 28 0,-4 14 0,1-50-1365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607 897 24575,'0'-4'0,"-1"0"0,0 1 0,1-1 0,-1 1 0,-1-1 0,2 1 0,-2 0 0,1-1 0,-2 1 0,2 0 0,-1 0 0,-1 0 0,-4-4 0,-4-5 0,-25-18 0,21 18 0,1 0 0,-9-7 0,-1 0 0,0 2 0,-32-19 0,41 29 0,-1 0 0,1 0 0,-30-7 0,36 12 0,2 0 0,-2 1 0,1-1 0,0 2 0,-1 0 0,1 0 0,0 0 0,-1 0 0,-14 5 0,17-4 0,0 1 0,1 0 0,0 0 0,-1 1 0,1-1 0,0 2 0,1-1 0,-1 0 0,0 1 0,1-1 0,-6 8 0,-3 3 0,1 0 0,-10 19 0,10-16 0,-1 1 0,1 1 0,-15 34 0,24-47 0,1 0 0,0 1 0,0 0 0,0-1 0,1 1 0,1-1 0,-1 1 0,0 0 0,2 0 0,-1 0 0,1 0 0,-1-1 0,3 7 0,0-7 0,0 0 0,0 0 0,0-1 0,1 1 0,-1-1 0,1 0 0,8 8 0,35 30 0,-41-40 0,-2 0 0,2 0 0,-1 0 0,1-1 0,-1 1 0,1-1 0,0 0 0,0-1 0,0 1 0,11 0 0,5 0 0,35-1 0,-51-1 0,0-1 0,1 1 0,-1-1 0,0 0 0,0-1 0,0 0 0,0 0 0,7-3 0,4-3 0,21-15 0,-35 21 0,7-6 0,-1 1 0,0-1 0,-1 0 0,13-15 0,-5 4 0,-11 13 0,-1 0 0,0-1 0,0 1 0,-1 0 0,0-1 0,0 0 0,-1 0 0,1 0 0,0-10 0,1-5 0,0-40 0,-5-278 0,1 330 0,-1 1 0,-1 0 0,-3-13 0,-3-22 0,-2-5 0,7 35 0,1 0 0,-1-16 0,2-6 0,1 8 0,-1 0 0,-7-35 0,4 20 0,4 34 0,-1 0 0,-1 0 0,1 0 0,-4-13 0,2 17 0,0 5 0,0 12 0,2 17 0,1 193 0,2-206 0,0 1 0,1-1 0,1 0 0,1 1 0,9 20 0,4 13 0,-13-33 0,-1-6 0,-1 1 0,0 0 0,-1 0 0,1 17 0,-1-16 0,-1 0 0,1-2 0,1 2 0,8 18 0,2 13 0,11 34 0,2 12 0,-18-61 0,-5-19 0,0 1 0,1 18 0,-2-16-170,-1-1-1,2 1 0,0 0 1,2-1-1,-1 1 0,1-1 1,11 18-1,-11-21-6655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1 24575,'-10'11'0,"0"1"0,1 0 0,-13 23 0,13-22 0,2 1 0,0 0 0,1 1 0,-9 28 0,10-24 0,-16 34 0,14-37 0,2 0 0,-1 0 0,-4 28 0,5-21 0,-8 24 0,6-26 0,-4 26 0,7-26 0,-12 29 0,14-45 0,1 1 0,-3-1 0,2-1 0,-1 1 0,0 0 0,-1-1 0,1 1 0,-1 0 0,0-1 0,-9 7 0,6-7 0,0 1 0,0-1 0,-1 0 0,1-1 0,-2 0 0,2 0 0,-11 2 0,-21 7 0,24-7 0,0-1 0,1 0 0,-2-1 0,1 0 0,-23 0 0,30-3 0,-1 0 0,0 0 0,0-1 0,1 1 0,-17-5 0,22 3 0,0 2 0,0-2 0,1 1 0,-1-1 0,1 1 0,0 0 0,-1-1 0,0 0 0,1 0 0,0 0 0,0 0 0,0 0 0,0 0 0,1 0 0,-1-1 0,1 1 0,-1 0 0,1-1 0,0 0 0,-2-5 0,-4-14 0,-8-45 0,9 31 0,2 18 0,1 0 0,2 0 0,-1-29 0,2 42 0,1 1 0,-1-1 0,1 1 0,0-1 0,1 1 0,-1 0 0,1-1 0,-1 0 0,1 1 0,1 1 0,-1-2 0,1 1 0,-1 1 0,1-1 0,1 1 0,-1-1 0,1 1 0,0 0 0,4-3 0,-1 1 0,1 2 0,-1-1 0,1 2 0,0-1 0,0 0 0,0 1 0,0 1 0,0-1 0,0 1 0,1 0 0,-1 1 0,0-1 0,1 2 0,14 1 0,-18 0 0,0 0 0,0 0 0,-1 0 0,1 1 0,-1-1 0,1 1 0,-1 0 0,0 0 0,0 0 0,4 4 0,-3-2 0,0 0 0,1-1 0,0 1 0,10 4 0,-8-4 0,0-1 0,0 1 0,-1 1 0,0 0 0,0 0 0,9 11 0,-8-9 0,-1 0 0,2 0 0,17 11 0,-16-13 0,-1 1 0,13 13 0,-15-14 0,-1 1 0,1-2 0,1 1 0,-1-1 0,11 6 0,-11-8 0,0 2 0,0 0 0,-1 0 0,1 0 0,6 8 0,11 8 0,8 12-1365,-23-28-5461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24575,'0'6'0,"-1"0"0,-1 0 0,1 0 0,-1 0 0,0 0 0,0-1 0,0 1 0,-1 0 0,-1-1 0,1 0 0,0 0 0,-7 6 0,4-2 0,0-1 0,0 1 0,-5 13 0,7-15 0,0 0 0,0 0 0,-1-1 0,0 0 0,0 1 0,-1-2 0,-7 8 0,-7 7 0,19-20 0,1 0 0,0 0 0,-1 0 0,1 1 0,0-1 0,0 0 0,0 1 0,0-1 0,0 0 0,0 0 0,-1 0 0,1 1 0,0-1 0,0 0 0,0 1 0,0-1 0,0 0 0,0 0 0,-1 1 0,1-1 0,0 0 0,0 1 0,0-1 0,1 1 0,-1-1 0,0 0 0,0 0 0,0 1 0,0-1 0,1 1 0,8 3 0,23-3 0,-28-1 0,487-2 0,-484 2-273,-1-1 0,0 1 0,0-1 0,12-3 0,-6 1-6553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24575,'0'496'-1365,"0"-483"-5461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24575,'-2'0'0,"0"1"0,0-1 0,-1 1 0,2 0 0,-2 0 0,1-1 0,1 1 0,-2 0 0,2 0 0,-1 0 0,0 1 0,1-1 0,-1 1 0,1-1 0,-1 0 0,0 1 0,1-1 0,0 1 0,0 0 0,0 0 0,-1-1 0,2 1 0,-1 0 0,-1 3 0,1-1 0,-1-1 0,1 2 0,0-2 0,0 1 0,0 0 0,1 0 0,-1-1 0,1 2 0,0-2 0,0 1 0,0 1 0,2 2 0,-2-5 0,1-1 0,0 0 0,0 1 0,0-1 0,1 1 0,-2-1 0,2 0 0,-1 1 0,0-1 0,1 0 0,-1 0 0,1 0 0,-1 0 0,1-1 0,0 1 0,0 1 0,-1-2 0,1 0 0,0 1 0,-1 0 0,1-1 0,0 0 0,0 0 0,3 0 0,8 1 0,-1 0 0,22-3 0,-18 0 0,-1 2 0,-5-1 0,0 1 0,-1 0 0,14 2 0,-19-2 0,-1 1 0,0 0 0,0 0 0,0-1 0,0 2 0,0-1 0,0 1 0,0-1 0,0 1 0,0 0 0,0 0 0,-1 0 0,4 3 0,-2 0 0,0-1 0,0 1 0,0 0 0,0-1 0,-1 2 0,0-1 0,-1 1 0,0-1 0,4 11 0,-4-4 0,0-1 0,-1 1 0,-1 23 0,1 16 0,-4 37 0,3-83 0,-2-1 0,1 0 0,0 0 0,-1 0 0,1 0 0,-1 0 0,-1 0 0,1-1 0,0 1 0,-1-1 0,0 1 0,0-1 0,0 1 0,-6 3 0,-13 17 0,20-22 0,0 0 0,-1 1 0,1-2 0,-1 1 0,1 0 0,-1 0 0,0 0 0,0-1 0,0 1 0,0-2 0,0 2 0,0-1 0,0 0 0,0 0 0,0-1 0,-6 1 0,6 0 0,1-1 0,-1 0 0,0 0 0,1 0 0,-1 0 0,1-1 0,-1 1 0,1-1 0,-1 1 0,1-1 0,0 0 0,-1 0 0,1 0 0,0 0 0,-1 0 0,1 0 0,0-1 0,0 1 0,0-1 0,1 0 0,-5-3 0,-4-11 0,0-1 0,1-1 0,0 0 0,2-1 0,-10-36 0,14 39-32,1 0-1,0 0 1,1 0 0,2-24-1,0 11-1170,-1 15-5623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24575,'0'-1'0,"0"0"0,1 1 0,-1-1 0,1 0 0,-1 1 0,0-1 0,0 0 0,1 1 0,0 0 0,0-1 0,-1 0 0,0 1 0,1-1 0,0 1 0,0 0 0,-1-1 0,0 1 0,1-1 0,0 1 0,0 0 0,-1 0 0,1 0 0,0-1 0,0 1 0,-1 0 0,1 0 0,1 0 0,26-3 0,-24 2 0,14-1 0,0 0 0,1-3 0,-1 1 0,21-8 0,36-9 0,-50 14-1365,-14 3-5461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45 24575,'-12'0'0,"0"-1"0,1 2 0,-1-1 0,-18 4 0,27-3 0,-1-1 0,1 2 0,0-1 0,0 0 0,1 0 0,-1 1 0,0-1 0,0 1 0,0-1 0,1 1 0,-1 0 0,1 0 0,-1 0 0,2 0 0,-1 1 0,-1-1 0,-1 5 0,2-5 0,2 0 0,-1-1 0,0 1 0,0 0 0,1-1 0,0 1 0,-1 0 0,1-1 0,-1 1 0,1 0 0,0 0 0,0 0 0,0-1 0,0 1 0,0 0 0,1 0 0,-1-1 0,1 1 0,-1 0 0,1-1 0,-1 1 0,2 0 0,-2-1 0,1 0 0,0 1 0,0 0 0,0-1 0,2 2 0,-1-1 0,1 0 0,0 0 0,0 0 0,0 1 0,0-2 0,0 0 0,0 1 0,0-1 0,1 1 0,-1-2 0,0 2 0,1-2 0,-1 1 0,7 0 0,-7-1 0,60 2 0,-58-2 0,-1 0 0,0-1 0,0 0 0,0 1 0,0-1 0,0 0 0,0 0 0,0 0 0,0-1 0,-1 1 0,1-1 0,5-3 0,-7 2 0,0 0 0,0 1 0,0-1 0,0 0 0,-1 1 0,0-1 0,0 0 0,0 0 0,1 0 0,-2 0 0,0-1 0,1 2 0,0-1 0,-1-1 0,0 2 0,0-2 0,-1-4 0,0 0 0,0-1 0,-1 0 0,0 0 0,-6-16 0,7 24-124,-1-1 0,2 0 0,-1 1 0,0-1 0,0 1 0,-1 0-1,1-1 1,0 1 0,-1-1 0,-2 0 0,-4-4-6702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24575,'1'1'0,"0"1"0,-1-1 0,2 0 0,-1 0 0,0 1 0,0-2 0,0 2 0,1-1 0,-1 0 0,1 0 0,-1-1 0,1 1 0,-1 0 0,1-1 0,0 1 0,-1 0 0,4 0 0,1 1 0,8 4 0,1-1 0,-1-1 0,1 0 0,0-2 0,0 1 0,0-1 0,18 0 0,-15 0 0,0 1 0,0 1 0,25 8 0,10 3 0,-33-11-341,0-2 0,1 0-1,35-1 1,-41-1-6485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24575,'8'1'0,"1"1"0,-2-1 0,2 1 0,13 6 0,-15-5 0,77 33 0,-69-31 0,5 2 0,0 1 0,18 9 0,-32-14 0,-2 0 0,1 0 0,-1 0 0,1 0 0,-1 1 0,0 0 0,0-1 0,0 1 0,-1 1 0,1-1 0,-1 0 0,4 9 0,-5-8 0,0 0 0,0 1 0,-1-1 0,0 1 0,0-1 0,-1 1 0,0-1 0,0 1 0,0-1 0,0 1 0,-1 0 0,0-1 0,-3 9 0,-2 3 0,-1 0 0,-18 28 0,22-38 0,-1-1 0,-1 0 0,0 0 0,-7 8 0,-10 10 0,16-15 0,0-1 0,-1 0 0,0 0 0,-1-1 0,0 0 0,0 0 0,-11 7 0,16-12 7,0 1 0,0 0 0,0 0 0,1 0 0,0 0 0,-1 0 0,1 0 0,1 1 0,-1-1 0,0 1 0,-1 6 0,-9 15-1456,6-17-5377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24575,'0'418'0,"-1"-435"0,2-1 0,1 0 0,6-29 0,-5 30 0,0-2 0,-1 2 0,-1-23 0,-2 22 0,2 0 0,0 0 0,6-21 0,23-72 0,-28 107 0,-1 1 0,0-1 0,2 1 0,-2 0 0,1-1 0,0 1 0,0 0 0,1 0 0,-1 0 0,1 1 0,0-1 0,0 0 0,5-3 0,-6 5 0,-1 0 0,2 1 0,-2-1 0,1 0 0,-1 0 0,1 1 0,0 0 0,-1 0 0,2-1 0,-2 1 0,1 0 0,0 0 0,0 0 0,0 0 0,-1 0 0,2 0 0,-2 1 0,1-1 0,0 0 0,-1 1 0,1 0 0,-1 0 0,2-1 0,-2 1 0,1 0 0,-1 0 0,1 0 0,-1 0 0,1 0 0,-1 0 0,2 3 0,8 8 0,-1 0 0,0 1 0,-2-1 0,1 2 0,9 23 0,2 1 0,-14-24 0,0 0 0,-1 0 0,0 0 0,4 28 0,-7-18 0,-1-1 0,-2 31 0,2 28 0,-1-80-105,0 0 0,0-1 0,0 1 0,1 0 0,-1-1 0,1 0 0,0 1 0,-1 0 0,1-1 0,0 1 0,1-1 0,0 2 0,5 4-6721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33 24575,'-21'0'0,"10"-1"0,-1 1 0,0 0 0,1 1 0,-1 0 0,-14 4 0,23-4 0,0 0 0,1 0 0,-1-1 0,0 2 0,1-1 0,0 1 0,-1-1 0,1 0 0,0 1 0,0 0 0,0 0 0,0-1 0,0 1 0,0 1 0,0-1 0,1 0 0,-1 0 0,2 1 0,-2-1 0,1 0 0,0 1 0,0-1 0,0 1 0,1-1 0,0 0 0,-1 1 0,0 3 0,1 105 0,2-51 0,-2-53 0,0-1 0,0 0 0,1 1 0,0-1 0,0 0 0,1 0 0,-1 0 0,2 0 0,4 11 0,-4-15 0,-2 1 0,1-1 0,1 1 0,-1-1 0,0 0 0,0 1 0,1-1 0,0 0 0,0 0 0,0 0 0,0-1 0,0 1 0,0-1 0,0 0 0,0 1 0,0-1 0,1-1 0,-1 1 0,1 0 0,-1-1 0,4 1 0,26 0 0,1 0 0,35-5 0,-63 3 0,0 0 0,0-1 0,0 0 0,-1 0 0,1-1 0,-1 1 0,0 0 0,0-1 0,0-1 0,0 1 0,0 0 0,-1-1 0,0 0 0,1 0 0,5-9 0,-1 3 0,-1-1 0,0 0 0,-1 0 0,-1-1 0,9-19 0,-13 23 0,0-1 0,0 2 0,-1-1 0,1 0 0,-1 0 0,-1-1 0,0 2 0,0-2 0,-1 2 0,-1-2 0,1 2 0,-1-2 0,0 1 0,-1 1 0,0-1 0,0 1 0,-1-1 0,0 1 0,-8-11 0,8 13-76,1 0 1,0 0-1,-2 1 0,1 0 0,0 0 0,-1 0 0,1 0 0,-1 1 1,0-1-1,-1 1 0,1 0 0,0 0 0,-1 0 0,0 1 1,1 0-1,-1 0 0,-10-2 0,2 3-6750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31 24575,'0'-1'0,"0"-1"0,0 1 0,-1 0 0,1 0 0,-1-1 0,1 1 0,-1 0 0,1 0 0,0 0 0,-1-1 0,0 1 0,0 0 0,1 0 0,-2 0 0,1 0 0,1 1 0,-1-2 0,-1 1 0,2 1 0,-2-1 0,1 0 0,0 1 0,-1-1 0,2 0 0,-2 1 0,0-1 0,2 1 0,-2-1 0,-2 0 0,2 1 0,-1 0 0,1-1 0,0 1 0,-2 0 0,2 0 0,-1 0 0,1 0 0,0 0 0,-1 1 0,0-1 0,1 0 0,0 1 0,-1 0 0,0 0 0,1 0 0,-2 1 0,0 0 0,1 0 0,-1 0 0,1 0 0,0 1 0,0-1 0,0 1 0,1 0 0,-2 0 0,2 0 0,0-1 0,0 2 0,-1-1 0,2 0 0,-1 1 0,1-1 0,-1 1 0,1-1 0,0 1 0,0-1 0,0 1 0,1 0 0,0-1 0,-1 2 0,2 5 0,-1-6 0,0 0 0,0-1 0,1 1 0,0-1 0,1 1 0,-2 0 0,2-1 0,-1 0 0,1 1 0,0-1 0,0 0 0,0 1 0,0-2 0,0 1 0,1 0 0,0 0 0,5 4 0,5 3 0,1-1 0,-1-1 0,19 9 0,21 13 0,-47-25 0,0 0 0,0 0 0,0 1 0,-1 0 0,1 0 0,-2 0 0,1 1 0,-1 0 0,5 7 0,-8-10 0,1 1 0,-1-1 0,1 0 0,-1 0 0,0 0 0,0 1 0,-1-1 0,1 0 0,-1 0 0,0 1 0,-1-1 0,1 1 0,-1-1 0,0 0 0,0 0 0,-1 0 0,-2 8 0,2-10 0,1 1 0,-2-1 0,2-1 0,-1 1 0,0 0 0,0 0 0,0-1 0,-1 0 0,1 1 0,0-1 0,-1 1 0,0-2 0,1 1 0,-1 0 0,1 0 0,-4 1 0,-48 7 0,51-9 0,-51 7 0,26-2 0,-55 2 0,68-7 0,6 0 0,-1 0 0,1 0 0,-1-1 0,1-1 0,-13-2 0,18 4 0,1-1 0,1-1 0,-1 1 0,1 0 0,0-1 0,-1 1 0,0-1 0,1 0 0,0 1 0,0-1 0,0 0 0,0 0 0,0 0 0,1-1 0,-1 1 0,1 0 0,-1-1 0,1 1 0,0 0 0,-1-1 0,1 1 0,0-3 0,-11-30-1365,8 25-5461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24575,'17'0'0,"8"0"0,36-3 0,-52 2 0,1-1 0,-1 0 0,1-1 0,-2 0 0,1 0 0,0-1 0,10-5 0,-14 6 0,7-3 0,-2 0 0,1 0 0,-1-1 0,10-9 0,-16 13 0,-1-1 0,0 1 0,-1-1 0,1 0 0,-1 0 0,0 0 0,1 0 0,-2 1 0,1-2 0,-1 1 0,1-1 0,-1 1 0,0 0 0,0-7 0,0 0 0,0 0 0,0 0 0,-1 0 0,-1-1 0,-3-14 0,4 24 0,-1 0 0,0-1 0,0 1 0,1 0 0,-1 0 0,0 0 0,0 0 0,-1 0 0,1 0 0,0 0 0,-1 1 0,1-1 0,-2 0 0,2 1 0,-1-1 0,0 1 0,1-1 0,-2 1 0,1 0 0,0 0 0,-1 0 0,1 0 0,0 0 0,0 0 0,-1 0 0,1 1 0,0 0 0,0-1 0,-2 1 0,2 0 0,0 0 0,0 0 0,-4 0 0,4 0 0,0 1 0,-1-1 0,1 0 0,0 1 0,0 0 0,-1 0 0,1-1 0,0 1 0,0 0 0,-1 0 0,2 0 0,-2 0 0,2 1 0,-1-1 0,0 0 0,1 1 0,-2-1 0,2 1 0,-1 0 0,2 0 0,-2-1 0,0 1 0,2 0 0,-2 0 0,1 0 0,1 0 0,-1 0 0,0 0 0,0 0 0,1 0 0,0 3 0,-3 9 0,2-2 0,0 1 0,1 1 0,2 13 0,-2-10 0,1 4 0,-1-9 0,0-1 0,5 23 0,-5-30 0,1-1 0,1 1 0,-1-1 0,1 1 0,-1-1 0,2 1 0,-2-1 0,1 0 0,1 1 0,0-2 0,-1 1 0,1 0 0,3 3 0,18 13 0,-17-11 0,2-1 0,0 0 0,0 0 0,0-1 0,14 7 0,-12-10 0,1-1 0,-1 1 0,0-2 0,1 0 0,0-1 0,-1 1 0,1-2 0,17-1 0,12 0 0,-15 3-112,-14 0 192,0-1 0,24-3 0,-33 3-163,-1 0 0,2-1 0,-2 0 0,1 1 0,0-2 0,-1 2 0,0-2 0,1 1 0,0 0 0,-1 0 0,0-1 1,1 0-1,-1 1 0,0-1 0,0 0 0,0 0 0,3-3 0,-3 0-6743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187 477 24575,'-13'0'0,"-3"-1"0,0 2 0,-18 2 0,29-2 0,-1 0 0,1 0 0,0 1 0,0 0 0,0-1 0,0 1 0,0 1 0,0-1 0,0 1 0,-4 3 0,-1 1 0,8-5 0,-1 0 0,1-1 0,-1 1 0,0 0 0,1 0 0,0 1 0,-1-1 0,1 0 0,1 1 0,-2-1 0,2 1 0,-1-1 0,1 0 0,-1 1 0,2 0 0,-2 0 0,1 0 0,1-1 0,-1 1 0,1 1 0,-1 3 0,1 101 0,2-44 0,-2-59 0,0 0 0,1 0 0,0-1 0,0 1 0,1 0 0,-1-1 0,2 1 0,-1-1 0,0 0 0,0 0 0,2 1 0,-2-1 0,2 0 0,4 5 0,-3-3 0,1-1 0,0-1 0,0 1 0,0-1 0,0 0 0,0 0 0,1-1 0,0 1 0,12 3 0,-3-5 0,-1 1 0,1-1 0,0-1 0,0 0 0,0-1 0,19-2 0,14 0 0,-44 2 0,1 0 0,-1 0 0,1 0 0,-1-1 0,1 0 0,-1 0 0,0 0 0,1 0 0,-1-1 0,-1 0 0,2 0 0,-1 0 0,0 0 0,-1-1 0,1 0 0,-1 0 0,0 0 0,6-5 0,14-13 0,-18 17 0,0-2 0,0 2 0,-1-2 0,0 0 0,0 1 0,0-2 0,-1 1 0,1 0 0,4-11 0,-2 0 0,0 2 0,19-29 0,-20 33 0,-1 0 0,0 0 0,0 0 0,-2-1 0,6-22 0,4-18 0,-7 35 0,-2 1 0,-1 0 0,0-1 0,0-20 0,-3-71 0,-2 40 0,2 39 0,-3-77 0,2 94 0,-2 0 0,1-1 0,-2 1 0,0 0 0,1 0 0,-10-15 0,13 26 0,0 1 0,0 0 0,0 0 0,0-1 0,0 1 0,0-1 0,0 1 0,-1 0 0,1-1 0,0 1 0,0-1 0,-1 1 0,1 0 0,0 0 0,-1 0 0,1-1 0,0 1 0,0-1 0,0 1 0,-1 0 0,1-1 0,0 1 0,-1 0 0,1 0 0,-1 0 0,1 0 0,0 0 0,-1 0 0,1 0 0,-1-1 0,1 1 0,-1 0 0,1 0 0,0 0 0,0 0 0,-2 0 0,1 1 0,1 0 0,-1 0 0,1 0 0,-1 0 0,1 0 0,-1 0 0,1 0 0,-1 0 0,1 1 0,0-2 0,0 2 0,0 0 0,-2 38 0,2-40 0,-1 16 0,-1-1 0,-3 19 0,1-18 0,-1 32 0,5-47 0,-1 51 0,2 0 0,10 53 0,7 26 0,-2-48 0,1-7 0,-14-59 0,-1 1 0,1 32 0,-3-32 0,0-2 0,2 1 0,4 18 0,-1-4 0,1 5 0,-6-36 0,0 0 0,0 0 0,0 1 0,0-1 0,0 0 0,0 0 0,0 1 0,0-1 0,0 0 0,0 0 0,0 0 0,0 1 0,0-1 0,0 0 0,0 0 0,0 0 0,0 0 0,0 0 0,0 0 0,1 0 0,-1 0 0,0 0 0,0 0 0,0 0 0,1 0 0,-1 0 0,0 1 0,0-1 0,0 0 0,1 0 0,-1 0 0,0 0 0,0 0 0,0 0 0,0 0 0,0 0 0,0 0 0,0 0 0,1 0 0,-1 0 0,0 0 0,0-1 0,1 1 0,-1 0 0,0 0 0,0 0 0,0 0 0,1 0 0,-1 0 0,0 0 0,0 0 0,0 0 0,0 0 0,0 0 0,0 0 0,0-1 0,10-12 0,7-18 0,-9 7 4,-6 19-200,-1-1 1,2 1-1,-1 0 1,0 0-1,1 0 1,3-5-1,1 2-6630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64 24575,'0'-2'0,"0"-1"0,0 0 0,0 0 0,-1 0 0,0 1 0,1-1 0,-1 0 0,1 0 0,-2 0 0,1 1 0,0 0 0,-1-1 0,1 1 0,-1-1 0,-2-3 0,1 4 0,0 0 0,1 1 0,0-1 0,-1 0 0,0 1 0,0 0 0,0 0 0,0 0 0,0 0 0,0 0 0,0 0 0,0 0 0,0 1 0,0 0 0,-4 0 0,1 0 0,1-1 0,-1 1 0,1 1 0,-1-1 0,0 0 0,1 2 0,-1-1 0,1 0 0,0 1 0,-8 3 0,11-4 0,-1 1 0,0-1 0,1 1 0,0 0 0,0 0 0,-1 0 0,1 0 0,0 0 0,0 0 0,1 0 0,-1 0 0,1 1 0,-1-1 0,1 1 0,0 0 0,0 0 0,0-1 0,0 1 0,1-1 0,-2 6 0,-1 26 0,-4 17 0,4-37 0,1 0 0,1 1 0,-1-1 0,2 0 0,0 0 0,1 0 0,3 18 0,-2-29 0,-1 0 0,0 0 0,1 0 0,0-1 0,-1 1 0,2-1 0,-2 1 0,2 0 0,-1-1 0,1 0 0,4 4 0,34 22 0,-31-23 0,-4-1 0,1-1 0,0 1 0,1-1 0,-1 0 0,0 0 0,1-1 0,-1 0 0,10 1 0,-14-2 0,0-1 0,1 0 0,-1 0 0,0 0 0,1 0 0,-1 0 0,0-1 0,1 0 0,-1 1 0,0-1 0,0 0 0,0 0 0,0-1 0,0 1 0,0 0 0,0-1 0,-1 0 0,1 0 0,0 1 0,-1-1 0,5-5 0,-3 3 0,0-1 0,1 1 0,-2-1 0,1 0 0,-1 0 0,0 0 0,0 0 0,0-1 0,0 0 0,-1 1 0,-1-1 0,1 1 0,-1-1 0,1 0 0,-1 0 0,0-9 0,-1 4 0,0-3 0,0 0 0,-4-26 0,2 35 0,1 0 0,0 1 0,-1-1 0,0 1 0,0 0 0,0 0 0,-1 0 0,0-1 0,1 2 0,-2-1 0,1 0 0,-5-4 0,-3-2-119,-20-16 370,29 25-345,0 0 1,0 0-1,0 0 1,0-1-1,0 2 1,0-1-1,0 0 0,0 1 1,-1-1-1,1 1 1,0-1-1,0 1 1,-1 0-1,2 0 1,-5 0-1,-3 2-6732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24575,'-1'0'0,"0"0"0,1 1 0,-1-1 0,0 0 0,0 0 0,1 1 0,0-1 0,-1 1 0,0 0 0,0-1 0,0 0 0,1 1 0,0 0 0,-1-1 0,1 0 0,-1 1 0,1 0 0,-1-1 0,1 1 0,0 0 0,0 0 0,0-1 0,0 1 0,-1 0 0,1-1 0,0 1 0,0 1 0,-3 23 0,3-22 0,-2 9 0,2 1 0,0-1 0,4 23 0,-2-29 0,-1-1 0,1 0 0,-1 0 0,2 0 0,-1 0 0,1-1 0,-1 1 0,1 0 0,1-1 0,-1 0 0,8 8 0,24 28 0,-29-33 0,0 1 0,0 0 0,1-1 0,0 0 0,1-1 0,12 9 0,-5-5 0,22 19 0,-27-20 0,1-1 0,0 0 0,0 0 0,17 7 0,-27-14 0,1 0 0,-1-1 0,1 1 0,-1 0 0,0 0 0,1-1 0,-2 1 0,2 0 0,-1 0 0,0 0 0,0 0 0,0 1 0,0-1 0,0 0 0,0 0 0,-1 0 0,1 1 0,-1-1 0,1 1 0,0-1 0,-1 0 0,0 1 0,1 1 0,-2-2 0,1 0 0,0 0 0,0 1 0,0-2 0,-1 2 0,1-2 0,-1 2 0,0-2 0,1 1 0,0 1 0,-1-2 0,0 1 0,0 0 0,1-1 0,-1 2 0,-1-2 0,2 1 0,-1 0 0,0-1 0,0 1 0,0-1 0,-1 1 0,2-1 0,-1 1 0,-1-1 0,1 0 0,0 0 0,0 1 0,0-1 0,-3 0 0,-17 3 0,-1-2 0,1 0 0,-33-3 0,1 0 0,48 2 0,0-1 0,0 1 0,-1-1 0,2 0 0,-1 0 0,0-1 0,0 1 0,1-1 0,-8-3 0,-7-4 0,-15-2 0,26 9 0,1 0 0,0 0 0,0-1 0,0 0 0,0 0 0,0-1 0,-7-4 0,11 5 0,-9-6 0,-1 0 0,-15-19 0,25 27 0,2-1 0,-2 0 0,2 0 0,-1 0 0,1 0 0,-1-1 0,1 1 0,-1 0 0,2-1 0,-2 1 0,1-1 0,1 1 0,-1-1 0,1 0 0,-1 1 0,1-1 0,0 0 0,0 1 0,0 0 0,0-1 0,2-5 0,-2 7-85,0 0 0,1 0-1,0 0 1,0 0 0,-1 0-1,1 0 1,0 0 0,0 0-1,0 0 1,0 1 0,0-1-1,0 0 1,0 0 0,0 1-1,2-2 1,8-2-6741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24575,'9'0'0,"1"-2"0,-1 0 0,0 0 0,0-1 0,0 0 0,1 1 0,-2-3 0,15-6 0,-8 4 0,20-8 0,-20 9 0,-1-1 0,1 0 0,-1 0 0,14-10 0,-23 10 0,0 1 0,1 0 0,-2-1 0,1 0 0,-1 0 0,-1 0 0,1 0 0,-1 0 0,0 0 0,0-1 0,-2 0 0,3-15 0,-4 20 0,-1 1 0,1 0 0,-1 0 0,1 0 0,-1 1 0,0-1 0,0-1 0,0 1 0,-1 0 0,1 1 0,0-1 0,-1 0 0,1 0 0,-1 1 0,1-1 0,-1 1 0,0 0 0,1-1 0,-2 1 0,1 0 0,1 0 0,-2 0 0,1 0 0,-3-1 0,-3-1 0,0 0 0,0 0 0,0 1 0,0 0 0,-14-2 0,19 4 0,-1 0 0,0-1 0,1 1 0,0 1 0,-1-1 0,1 0 0,-1 1 0,1 0 0,-1 0 0,1-1 0,-1 2 0,1-1 0,0 0 0,0 1 0,0-1 0,0 1 0,0 0 0,0 0 0,1 0 0,-1 1 0,0-1 0,1 0 0,-2 4 0,1-2 0,-1 1 0,1 0 0,0 0 0,1 1 0,0-1 0,0 0 0,1 1 0,-1-1 0,1 1 0,0 0 0,1 0 0,-1 7 0,2 2 0,-2 0 0,0 0 0,-5 24 0,3-22 0,0-1 0,1 1 0,1 0 0,1 0 0,2 16 0,-1-30 0,-1 0 0,1 0 0,0-1 0,0 1 0,0 0 0,1-1 0,-2 1 0,2-1 0,0 1 0,0-1 0,-1 0 0,2 1 0,-1-1 0,0 0 0,0-1 0,1 2 0,-1-2 0,0 1 0,1 0 0,0-1 0,0 0 0,-1 1 0,5 0 0,6 3 0,0-2 0,1 1 0,23 3 0,-28-6 0,22 3 0,1-2 0,-1 0 0,60-6 0,-88 4 0,0 0 0,0 0 0,0-1 0,0 0 0,0 0 0,0 0 0,0 0 0,0 0 0,0 0 0,-1-1 0,1 1 0,-1-1 0,3-2 0,0 0 0,0-1 0,-1 0 0,0 0 0,4-7 0,7-7 0,-10 12 0,1 2 0,1-1 0,-1 1 0,1 0 0,12-6 0,20-17 0,-28 18-89,1 1 0,0 1 0,1 0 0,0 1 0,1 0 0,0 1 0,22-7 0,-22 7-564,-3 2-6173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24575,'-11'0'0,"0"0"0,1 0 0,0 0 0,-1 1 0,0 0 0,-15 5 0,23-6 0,1 1 0,-2 1 0,2-2 0,0 2 0,0-1 0,-1 0 0,1 1 0,0 0 0,0-1 0,0 1 0,0 0 0,0 0 0,1 0 0,-2 0 0,2 0 0,0 0 0,0 0 0,-1 1 0,1-1 0,0 0 0,0 1 0,0-1 0,1 1 0,0-1 0,-1 1 0,1 3 0,-1-1 0,2-2 0,-1 1 0,1 0 0,-1 0 0,1 0 0,0 0 0,0 0 0,0-1 0,1 2 0,0-2 0,-1 1 0,2-1 0,-1 1 0,0-1 0,1 1 0,3 3 0,7 5 0,2 1 0,21 16 0,-5-6 0,-12-6 0,-2 0 0,0 1 0,18 28 0,-15-22 0,-14-18 0,0 1 0,-2-1 0,1 1 0,-1 0 0,0 0 0,4 10 0,-2-3 0,-4-9 0,0 0 0,0 1 0,-1-1 0,2 11 0,-3-14 0,0 0 0,0 0 0,0-1 0,0 1 0,0 0 0,0 0 0,-1-1 0,1 1 0,-1 0 0,0-1 0,1 1 0,-2-1 0,1 1 0,1-1 0,-2 1 0,1 0 0,0-1 0,0 0 0,-3 2 0,0 0 0,1 0 0,0-1 0,-1 0 0,0 0 0,0 0 0,0 0 0,0 0 0,0-1 0,-1 1 0,2-1 0,-2 0 0,1-1 0,0 1 0,-1 0 0,1-1 0,-1 0 0,0 0 0,2 0 0,-2-1 0,1 0 0,-1 1 0,1-2 0,0 2 0,0-2 0,-1 1 0,2-1 0,-1 0 0,-1 0 0,1 0 0,1 0 0,0-1 0,-1 1 0,1-1 0,0 1 0,-4-5 0,2 2 14,1 0-1,0 0 0,0-1 0,0 1 1,0-1-1,1 0 0,0 0 1,-1-6-1,-1-4-508,1 1 0,-2-19 0,4 21-6331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24575,'0'341'0,"2"-325"0,-1-1 0,5 18 0,-3-16 0,2 26 0,-5-26 0,2 0 0,6 32 0,1-1 0,-7-34 0,1 1 0,0-1 0,9 22 0,26 53 0,-32-77 0,-2 0 0,1 1 0,-2-1 0,4 25 0,-4-23-273,1 0 0,0-1 0,1 0 0,13 25 0,-12-30-6553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24575,'24'-7'0,"-12"2"0,26-9 0,-29 10 0,0 1 0,0 0 0,1 0 0,-1 1 0,1 0 0,12-2 0,14 2 0,1-1 0,-1-3 0,43-11 0,-66 13-1365,-4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24575,'-1'60'0,"2"66"0,7-85 0,-8-38 0,1 1 0,0-1 0,1 0 0,-1 0 0,1 1 0,-1-2 0,1 1 0,0 0 0,4 5 0,-6-8 0,0 0 0,1 0 0,-1 0 0,0 0 0,0 0 0,0 0 0,0 0 0,0 0 0,0 0 0,0 0 0,0 0 0,0 0 0,0 0 0,0 0 0,0 0 0,0 0 0,0 0 0,0 0 0,1 0 0,-1 0 0,0 0 0,0 0 0,0 0 0,0 0 0,0 0 0,0 0 0,1 0 0,-1 0 0,0 0 0,0 0 0,0 0 0,0 0 0,0 0 0,0 0 0,0 0 0,1 0 0,-1 0 0,0 0 0,0 0 0,0 0 0,0 0 0,0 0 0,0 0 0,0 0 0,0-1 0,0 1 0,0 0 0,0 0 0,0 0 0,0 0 0,0-1 0,2-7 0,0-10 0,-6-8 0,0 0 0,-17-50 0,7 42 0,9 25 0,1-1 0,-5-19 0,8 27-68,1 1 0,0 1-1,0-1 1,0 0 0,0 0 0,0 0-1,0 1 1,0-1 0,0-1 0,1 2-1,-1-1 1,0 0 0,1 1 0,-1-1-1,0 0 1,0 1 0,1-2-1,0 1 1,0 0 0,5-4-6758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28 24575,'-3'-3'0,"-1"1"0,0 1 0,0-1 0,0 0 0,0 0 0,0 1 0,0 0 0,-1 0 0,1 0 0,-7 0 0,-13-4 0,20 4 0,0 0 0,-1 0 0,1-1 0,-1 2 0,1 0 0,0-1 0,-1 1 0,1 0 0,-8 1 0,9-1 0,1 1 0,0 1 0,-1-2 0,1 1 0,0 0 0,0 1 0,0-2 0,0 2 0,0-1 0,0 1 0,0 0 0,1-1 0,-1 1 0,1 0 0,-1-1 0,1 1 0,0 0 0,0 0 0,-2 3 0,-1 6 0,-1 0 0,1 0 0,1 0 0,0 1 0,1 0 0,1 0 0,0 0 0,0 0 0,1 0 0,4 23 0,-3-30 0,0 0 0,1 0 0,-1 0 0,1-1 0,1 1 0,-1 0 0,0-1 0,1 1 0,0-1 0,0 1 0,1-1 0,-1-1 0,1 2 0,1-2 0,-2 1 0,9 4 0,7 4 0,0-2 0,35 17 0,-48-25 0,3 2 0,0 0 0,0 0 0,0-1 0,1 0 0,-1-1 0,1 0 0,0 0 0,0-1 0,0 0 0,0-1 0,18-1 0,-26 1 0,-1 0 0,2 0 0,-2-1 0,1 0 0,0 0 0,0 1 0,-1-1 0,1 0 0,-1 0 0,1 0 0,-1 0 0,1 0 0,-1 0 0,1-1 0,-1 2 0,0-2 0,1 1 0,-2-1 0,1 1 0,1 0 0,-2-1 0,1 0 0,0 1 0,0-1 0,-1 0 0,0 1 0,1-1 0,-1 0 0,0 1 0,1-3 0,0-8 0,-1 1 0,0-1 0,-2-18 0,1 9 0,0 7 0,0 0 0,0 1 0,-2 0 0,0-1 0,0 2 0,-10-26 0,10 35-114,1 0 1,0 1-1,-1-1 0,1 1 0,-1 0 1,1-1-1,-1 1 0,0 0 0,0 0 1,0 1-1,-4-3 0,-2 0-6712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24575,'0'-3'0,"0"-2"0,0-5 0,0-2 0,0-2 0,0-1 0,0-1 0,0 0 0,0 0 0,0 0 0,3 3 0,4 3 0,4 4 0,-2 0 0,1 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24575,'0'10'0,"0"29"0,2-25 0,-2-12 0,1-3 0,16-37 0,21-45 0,-33 76 0,-1 0 0,0-1 0,-1 0 0,0 1 0,0-1 0,2-14 0,-3 15 0,-1 1 0,1 0 0,1-1 0,-1 1 0,1 1 0,0-1 0,0 0 0,1 1 0,0-1 0,-1 1 0,2 0 0,0 0 0,-1 0 0,1 1 0,1-1 0,-1 1 0,0 1 0,13-8 0,-9 8 0,-1 0 0,1 0 0,1 0 0,-1 2 0,0-1 0,11 0 0,-17 1 0,0 1 0,0 0 0,0 1 0,0-1 0,0 0 0,0 0 0,-1 1 0,1 0 0,0 0 0,-1 0 0,2 0 0,-2 0 0,1 0 0,-1 1 0,0-1 0,1 1 0,-1 0 0,0 0 0,1-1 0,-1 1 0,-1 0 0,2 1 0,0 3 0,6 8 0,-2 0 0,-1 0 0,0 1 0,6 27 0,3 9 0,6 25 0,4 9 0,-19-68 0,6 32 0,-5-16 0,-5-15 0,-2-15 0,0 0 0,0 0 0,0 0 0,1-1 0,-1 1 0,1 0 0,-1 0 0,1 0 0,1-1 0,-2 1 0,2-1 0,2 5 0,-4-7 0,1 1 0,-1-1 0,1 0 0,-1 0 0,1 1 0,-1-1 0,0 0 0,1 0 0,-1 0 0,1 0 0,-1 0 0,1 0 0,-1 0 0,1 0 0,-1 0 0,0 0 0,1 0 0,-1 0 0,1 0 0,0 0 0,-1 0 0,0-1 0,0 1 0,1 0 0,-1 0 0,1-1 0,-1 1 0,1 0 0,-1 0 0,0 0 0,0 0 0,1-2 0,14-12 0,-9 7 0,-3 4-227,1 0-1,0 0 1,0 0-1,0 1 1,7-5-1,0 3-6598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441 247 24575,'0'-5'0,"-1"0"0,0 1 0,0-1 0,0 0 0,0 1 0,-1 0 0,0 0 0,-1-1 0,2 1 0,-2 0 0,1 0 0,-1 1 0,-3-5 0,-8-7 0,-29-23 0,21 19 0,2 1 0,-2 2 0,0 0 0,0 1 0,-51-23 0,70 37 0,0 0 0,0-1 0,0 2 0,0-1 0,0 0 0,-1 0 0,1 1 0,0 0 0,0-1 0,0 1 0,0 0 0,-1 1 0,1-1 0,0 0 0,-1 1 0,1 0 0,0 0 0,0-1 0,0 2 0,0-1 0,0 0 0,0 1 0,0-1 0,0 1 0,0 0 0,1 0 0,0-1 0,-1 1 0,1 1 0,0-1 0,-3 3 0,-2 4 0,0 0 0,0 1 0,1 0 0,1 0 0,-1 1 0,2-1 0,-5 14 0,0 2 0,-5 39 0,12-55 0,1 1 0,0-1 0,1 1 0,0-1 0,1 1 0,4 18 0,-3-23 0,-1-1 0,1 0 0,1 0 0,-1 1 0,0-1 0,1-1 0,1 1 0,-1 0 0,1-1 0,0 1 0,0-1 0,0-1 0,7 7 0,-4-6 0,2 1 0,0 0 0,-1-1 0,1 1 0,0-2 0,1 0 0,11 3 0,21 7 0,-20-6 0,35 7 0,-51-13 0,-1 0 0,0 0 0,1-1 0,0 0 0,-1 0 0,0 0 0,1-1 0,-1 0 0,0 1 0,1-2 0,9-2 0,-12 2 0,0 0 0,0 0 0,-1 0 0,0 0 0,1 0 0,0-1 0,-1 1 0,0-1 0,0 1 0,0-1 0,0 0 0,-1 0 0,2-2 0,16-44 0,-17 44 0,3-9 0,0-2 0,-2 1 0,0-1 0,-1 1 0,-1-30 0,-1 36 0,1 6 0,-1-2 0,0 2 0,0-1 0,0 0 0,-1 1 0,1-2 0,-1 2 0,0-1 0,0 0 0,0 1 0,-1-1 0,-3-5 0,5 9 0,0-1 0,0 1 0,0 0 0,-1 0 0,1 0 0,0 0 0,0-1 0,0 1 0,0 0 0,0 0 0,-1-1 0,1 1 0,0 0 0,-1 0 0,1 0 0,0 0 0,-1 0 0,1 0 0,-1 0 0,1 0 0,0 0 0,0 0 0,0 0 0,-1 0 0,1 0 0,0 0 0,-1 0 0,1 0 0,-1 0 0,1 0 0,0 0 0,0 0 0,-1 0 0,-5 9 0,0 15 0,2 23 0,5 65 0,0-36 0,-1-40 0,-1-22 0,0 1 0,2 0 0,0-1 0,0 1 0,1 0 0,1 0 0,7 20 0,46 98 0,-20-12 0,-31-107 0,-1 1 0,3 24 0,-2-10 0,-4-24 0,0-1 0,0 1 0,-1-1 0,0 1 0,0 0 0,-1 6 0,1-9 0,0-2 0,-1 2 0,0-1 0,1 1 0,0-2 0,-1 2 0,0-2 0,0 2 0,1-1 0,-1 0 0,0 0 0,0 0 0,0 0 0,0-1 0,0 1 0,0 1 0,0-2 0,0 1 0,-1-1 0,1 1 0,0-1 0,0 1 0,-1-1 0,1 1 0,-1-1 0,1 0 0,-3 1 0,0 0 0,-2 0 0,2-1 0,-2 0 0,2 0 0,-2 0 0,1 0 0,1 0 0,-2-1 0,2 0 0,-1 0 0,0 0 0,-5-2 0,7 1 0,-1 0 0,0 0 0,1 0 0,0 0 0,0-1 0,0 1 0,0-1 0,0 0 0,1 0 0,0 0 0,-1 0 0,1 0 0,0 0 0,0-1 0,-2-3 0,-3-8 0,1 0 0,0-2 0,1 1 0,0 0 0,2 0 0,0-1 0,1 0 0,1-20 0,1-10 0,1-45 0,1 86 0,-1 1 0,1 0 0,-1-1 0,1 1 0,1 0 0,-1 1 0,1-1 0,0 0 0,0 1 0,1-1 0,0 0 0,4-3 0,10-9 0,28-21 0,-34 29 0,120-87 0,-127 91 0,100-83 0,-65 52 0,-15 13 0,29-38 0,-30 32 0,-14 17 0,14-25 0,-17 25 0,1 1 0,15-21 0,-22 32 3,0-1 1,0 0-1,-1 1 0,0-1 0,1 1 0,0-1 0,0 0 0,0 1 1,-1 0-1,1-1 0,0 0 0,0 1 0,0 0 0,0 0 1,0 0-1,-1-1 0,1 1 0,1 0 0,-2-1 0,1 1 0,0 0 1,0 0-1,0 0 0,0 0 0,0 1 0,0-1 0,0 0 0,0 0 1,0 1-1,-1-1 0,2 0 0,-1 0 0,-1 1 0,1-1 1,0 1-1,0-1 0,0 2 0,3 0-189,-2 1 1,1 0-1,0-1 0,0 2 1,-1-1-1,0 0 1,3 4-1,0 3-6640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24575,'7'-1'0,"0"0"0,0 0 0,1 0 0,-1-1 0,0 0 0,-1 0 0,8-4 0,-9 4 0,1 0 0,1-1 0,-1 1 0,0 1 0,1 0 0,-1-1 0,0 1 0,10 0 0,-16 2 0,1-1 0,-1 0 0,1 0 0,0 0 0,-1 0 0,0 0 0,0 0 0,1 1 0,0-1 0,-1 1 0,1-1 0,-1 1 0,0-1 0,0 0 0,1 0 0,-1 1 0,1-1 0,-1 1 0,0-1 0,1 0 0,-1 1 0,0-1 0,0 1 0,1-1 0,-1 0 0,0 1 0,0 0 0,0 0 0,1 19 0,0-10 0,3 14-455,-1 0 0,1 26 0,-4-36-6371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39:1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24575,'7'-1'0,"0"0"0,0 0 0,1 0 0,-1-1 0,0 0 0,-1 0 0,8-4 0,-9 4 0,1 0 0,1-1 0,-1 1 0,0 1 0,1 0 0,-1-1 0,0 1 0,10 0 0,-16 2 0,1-1 0,-1 0 0,1 0 0,0 0 0,-1 0 0,0 0 0,0 0 0,1 1 0,0-1 0,-1 1 0,1-1 0,-1 1 0,0-1 0,0 0 0,1 0 0,-1 1 0,1-1 0,-1 1 0,0-1 0,1 0 0,-1 1 0,0-1 0,0 1 0,1-1 0,-1 0 0,0 1 0,0 0 0,0 0 0,1 19 0,0-10 0,3 14-455,-1 0 0,1 26 0,-4-36-6371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24575,'7'0'0,"0"-1"0,0 0 0,-1 0 0,1-1 0,10-3 0,9-2 0,-25 6 0,0 1 0,0-1 0,0 1 0,-1 0 0,1 0 0,1 0 0,-2 0 0,1 0 0,0-1 0,0 1 0,-1 0 0,1 0 0,1 1 0,-2-1 0,1 0 0,0 0 0,0 0 0,-1 0 0,1 0 0,0 1 0,0-1 0,0 1 0,0-1 0,0 1 0,-1-1 0,1 0 0,-1 1 0,1 0 0,0-1 0,0 2 0,0 0 0,-1 0 0,1 0 0,0 1 0,-1-1 0,0 0 0,0 1 0,0-1 0,0 0 0,-1 3 0,1 8 0,0-2-118,0 0-298,0-1 1,-3 18-1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3 297 24575,'-1'-34'0,"0"20"0,0 1 0,1 0 0,2-1 0,1-15 0,0 23 0,-1 1 0,0 0 0,1 0 0,0 0 0,0 1 0,1-1 0,0 1 0,0-1 0,8-6 0,-5 4 0,-1 1 0,0-1 0,5-8 0,-7 12 0,-1-1 0,1 1 0,0 0 0,-1 0 0,1 0 0,0 1 0,1 0 0,-1-1 0,0 1 0,7-3 0,9-4 0,-7 2 0,0 1 0,0 0 0,0 1 0,0 1 0,2-1 0,24-3 0,-9 5 0,0 0 0,36 2 0,-60 2-105,0-1 0,1 0 0,-1 2 0,0-1 0,0 1 0,0-1 0,0 1 0,-1 0 0,2 1 0,-2-1 0,1 2 0,8 4 0,-8-4-6721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0 24575,'0'5'0,"-1"-1"0,1 1 0,-2-1 0,1 0 0,0 1 0,-1-1 0,0 0 0,-2 4 0,-8 22 0,9-20 0,-1-1 0,0 1 0,-8 11 0,-1 3 0,13-23 0,-12 24 0,2 0 0,-8 26 0,15-42 0,0-1 0,-1 0 0,0 0 0,0-1 0,-1 1 0,0 0 0,0-1 0,-1 0 0,-9 8 0,7-5 0,2-4 0,3-2 0,-1 0 0,1 0 0,-1 0 0,0-1 0,-8 6 0,11-9 0,-1 1 0,1 0 0,-2-1 0,2 1 0,-1 0 0,0-1 0,0 0 0,1 1 0,-1-1 0,0 0 0,0 0 0,0 0 0,0 0 0,1 0 0,-2 0 0,2-1 0,-1 1 0,0 0 0,0 0 0,0-1 0,-2-1 0,1 1 0,0-1 0,-1 0 0,2 1 0,-1-1 0,0-1 0,1 1 0,-1 0 0,1-1 0,-1 1 0,1 0 0,0-1 0,0 0 0,0 0 0,0 0 0,1 0 0,-2-3 0,-2-6 0,1-1 0,-4-22 0,4 15 0,2 15 0,1-1 0,1 1 0,-1-1 0,0 0 0,1 0 0,1 0 0,-1 1 0,1-1 0,-1 0 0,2 0 0,-1 1 0,2-1 0,-2 1 0,1 0 0,1-1 0,0 1 0,1-1 0,4-5 0,-7 8 0,2 1 0,-2 0 0,1-1 0,1 1 0,-1 1 0,1-1 0,-1 0 0,6-2 0,1-2 0,5-9 0,-12 14 0,-1-1 0,0 1 0,0 0 0,0-1 0,0 1 0,1 0 0,-1 0 0,0 0 0,1 0 0,-1 0 0,1 0 0,-1 1 0,1-1 0,-1 0 0,1 0 0,-1 1 0,4-1 0,2 0 0,0-1 0,-1 2 0,1 0 0,0 0 0,0 0 0,0 0 0,0 0 0,-1 2 0,1-2 0,0 2 0,0 0 0,0 0 0,-1 0 0,0 1 0,1 0 0,-1-1 0,-1 2 0,1-1 0,0 1 0,-1 0 0,0 0 0,0 1 0,0-1 0,0 1 0,-1 0 0,0 0 0,7 11 0,-7-8 0,1-1 0,0 0 0,9 9 0,-8-10 0,-1 1 0,0-1 0,-1 0 0,5 10 0,1 3 55,21 28-1,-5-10-1528,-22-30-5352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2 24575,'-4'-1'0,"1"1"0,-1 0 0,0 0 0,0 0 0,0 1 0,1-1 0,-1 1 0,0 0 0,0 0 0,1 0 0,-1 0 0,1 1 0,-1-1 0,1 1 0,0 0 0,0 0 0,0 0 0,0 0 0,0 1 0,1-1 0,-1 1 0,-3 4 0,-48 68 0,46-63 0,5-8 0,-1 1 0,1 0 0,0 0 0,1 0 0,0 0 0,0 0 0,0 0 0,1 1 0,-1 0 0,0 8 0,-6 53 0,4-40 0,0 34 0,3-50 0,1 1 0,0-1 0,2 0 0,-1 0 0,1 0 0,1 1 0,0-1 0,9 19 0,-4-12 0,-5-12 0,0 1 0,0 0 0,1-1 0,0 0 0,0 0 0,8 8 0,-9-11 19,0 1 0,0 0-1,-1 0 1,0 0 0,1-1 0,1 6-1,12 19-1514,-10-21-5330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19 173 24575,'0'683'0,"0"-1227"0,-1 533 0,0-1 0,-5-20 0,3 19 0,0 0 0,0-14 0,3 11 0,-2-4 0,4-35 0,-1 49 0,1 1 0,-2-1 0,2 1 0,0-1 0,0 1 0,0 0 0,1 0 0,-1-1 0,1 1 0,8-9 0,-5 7 0,-4 4 0,0 1 0,-1-1 0,2 1 0,-1 0 0,0-1 0,0 1 0,1 0 0,0 0 0,-1 1 0,1-1 0,0 0 0,-1 1 0,1-1 0,0 1 0,0 0 0,1 0 0,-1 0 0,0 1 0,0-1 0,0 0 0,7 0 0,-1 1 0,51-1 0,-57 1 0,1 0 0,0 1 0,0-1 0,0 0 0,-1 2 0,1-1 0,0-1 0,0 2 0,-1-1 0,1 0 0,-1 2 0,5 1 0,-6-1 0,0-2 0,-1 1 0,1 0 0,-1 0 0,0 0 0,1 0 0,-1 1 0,-1-1 0,1 0 0,0 0 0,0 1 0,-1-1 0,0 0 0,1 4 0,-2 38 0,1-28 0,-1-11 0,0 0 0,0 0 0,0 0 0,-1 1 0,1-2 0,-2 1 0,1 0 0,0 0 0,-5 6 0,-5 6 0,-17 18 0,0 0 0,14-14 0,12-15 0,0-1 0,-1 1 0,0-1 0,0 0 0,0 0 0,-1-1 0,1 1 0,-2-1 0,1 0 0,0 0 0,0-1 0,-7 4 0,11-7 0,-1 1 0,1 0 0,0-1 0,-1 1 0,1 0 0,0-1 0,-1 1 0,1 1 0,0-2 0,0 2 0,0-2 0,-1 2 0,4 4 0,11-3 0,-6-2 0,0-1 0,1-1 0,-1 0 0,0 1 0,-1-2 0,2 1 0,-1-1 0,0-1 0,9-2 0,28-8 0,-37 11 0,0 1 0,0 0 0,0 0 0,0 1 0,-1 0 0,1 0 0,1 1 0,-1 0 0,0-1 0,-1 2 0,1 0 0,6 2 0,-9-2 0,-1-1 0,0 0 0,0 1 0,0 0 0,0 0 0,0 0 0,-1 1 0,2-1 0,-2 1 0,0-1 0,0 1 0,1 0 0,-1-1 0,-1 1 0,1 0 0,-1 0 0,1 0 0,0 1 0,-2-1 0,2 0 0,-1 1 0,-1-2 0,0 2 0,1 4 0,1 23 0,-5 61 0,3-89 0,-1 1 0,0-1 0,0 0 0,1 1 0,-2-2 0,1 2 0,0-1 0,-1 0 0,0 0 0,0 0 0,0 0 0,0-1 0,-4 5 0,-2 0 0,0-1 0,-1 0 0,-11 6 0,11-6 0,-9 10 0,16-14 0,1-1 0,-1 2 0,0-1 0,0-1 0,0 1 0,0 0 0,-1-1 0,1 0 0,0 1 0,-5 1 0,-10 1 0,1 1 0,-2-2 0,1 1 0,-1-2 0,1-1 0,-26 0 0,43-1-3,-3-1-88,1 1 0,-1 0 0,0 0 0,0 0 1,1 1-1,-1-1 0,1 1 0,-1-1 1,1 1-1,-1 0 0,1-1 0,-1 2 0,1-2 1,-3 3-1,-2 4-6735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61 24575,'0'0'0,"-2"1"0,1-1 0,0 1 0,0-1 0,0 1 0,0-1 0,0 1 0,-1-1 0,2 1 0,-1 0 0,0 0 0,0-1 0,1 1 0,-1 0 0,0 0 0,0 0 0,1 0 0,-1 0 0,0 0 0,1 0 0,-1 0 0,1 1 0,-9 24 0,-1 32-39,2 1 0,4-1 0,4 69 0,0-60-506,-1-48 407,-6 36 0,3-34 110,-1 26 1,-7 88 27,6-81 0,4-36 0,-2-2 0,-6 20 0,6-22 0,0 1 0,1-1 0,-3 27 0,5-32 106,0 0-1,-1 0 1,1-1-1,-3 1 1,-4 14-1,-6 19 261,3-1-337,3-14-28,2-1 0,2 1 0,-3 46 0,24-175-1,-15 73 0,7-36 0,-6 44 0,-1 0 0,-1-36 0,-2 37 0,2 1 0,1-2 0,4-21 0,0 2 0,-2 1 0,-1-1 0,-5-59 0,1 22 0,0 28 0,2-56 0,15 28 0,-9 44 0,-3 21 0,-2-1 0,2-22 0,-3 30 0,0 0 0,0 0 0,0 0 0,0 0 0,2 0 0,-2 1 0,1-1 0,1 0 0,0 1 0,0-1 0,0 1 0,6-7 0,6-6 0,31-24 0,-26 24 0,-5 4 0,1-2 0,25-17 0,-36 29 0,0-1 0,1 1 0,0 0 0,-1 0 0,1 0 0,0 1 0,1 0 0,-1 1 0,9-3 0,13-2 0,-19 4 0,0 0 0,1 0 0,-1 1 0,17 0 0,-25 1 0,2 0 0,-2 0 0,1 0 0,0 1 0,-1-1 0,2 0 0,-2 0 0,1 1 0,-1 0 0,1 0 0,0-1 0,0 1 0,-1 0 0,1 0 0,-1 0 0,0 0 0,0 1 0,1-2 0,-1 2 0,0-1 0,0 0 0,0 1 0,0-1 0,0 1 0,0-1 0,-1 0 0,1 1 0,0-1 0,1 4 0,4 20 0,-1 1 0,-1-1 0,-1 0 0,-2 0 0,-3 49 0,2-70 0,-1-1 0,0 0 0,0 0 0,0 0 0,0 0 0,0-1 0,-1 1 0,0 0 0,1 0 0,-1 0 0,0-1 0,0 1 0,-1-1 0,1 0 0,-3 2 0,-5 4 0,-1-1 0,-18 10 0,6-3 0,10-5 0,-1-1 0,0 0 0,1-2 0,-2 1 0,-18 5 0,28-11 0,1 1 0,0 0 0,-1 0 0,-7 4 0,12-6 0,0 0 0,0 1 0,0-1 0,-1 0 0,1 1 0,0-1 0,-1 0 0,1 0 0,0 0 0,-1 0 0,1 1 0,0-1 0,0 0 0,-1 1 0,1-1 0,0 0 0,0 0 0,0 1 0,0-1 0,0 1 0,0-1 0,0 0 0,0 1 0,0-1 0,0 0 0,0 0 0,0 2 0,0-2 0,1 0 0,0 1 0,0 0 0,0-1 0,-1 0 0,1 1 0,0-1 0,0 1 0,-1-1 0,1 1 0,1-1 0,-2 0 0,1 0 0,0 0 0,0 0 0,-1 0 0,3 0 0,57 3 0,-49-4 0,0 1 0,-1 1 0,1 0 0,0-1 0,0 3 0,19 4 0,17 11 0,-31-10 0,2-1 0,-1-1 0,19 4 0,-31-8 0,-1-1 0,0 1 0,1 0 0,-2 0 0,2 0 0,-1 1 0,0-1 0,-1 0 0,1 1 0,4 5 0,2 1 0,-2 0 0,12 16 0,-18-20 0,1 0 0,-1 0 0,0 0 0,0 0 0,0 1 0,-1-2 0,0 2 0,0 0 0,-1-1 0,0 6 0,0 10 0,-3 25 0,3-43 0,-1 1 0,1-1 0,-1 0 0,0 1 0,0-1 0,0 0 0,0 1 0,-1-2 0,1 1 0,-2 1 0,-2 3 0,1-3 0,0-1 0,1 0 0,-1 1 0,-1-2 0,1 1 0,0-1 0,-1 1 0,-5 1 0,-19 8 0,-2 0 0,1-2 0,-40 8 0,51-14 0,1 0 0,-1-1 0,0 0 0,-22-1 0,17-1 0,13 0 0,0-1 0,0 0 0,-11-2 0,18 1 0,1 0 0,0 1 0,0-1 0,0-1 0,0 1 0,0 0 0,0-1 0,0 1 0,0-1 0,0 0 0,0 1 0,1-1 0,-1 0 0,-2-4 0,1 2 0,0 0 0,0 0 0,0 0 0,-1 1 0,1-1 0,-1 1 0,0-1 0,-1 1 0,1 0 0,-5-1 0,5 2 10,1 0 1,0-1-1,1 1 0,0-1 0,-1 1 0,1-1 0,0-1 1,0 1-1,0 0 0,-4-5 0,-15-17-1487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24575,'8'-1'0,"0"0"0,0-1 0,0 0 0,14-5 0,-14 4 0,22-8 0,-11 4 0,0 0 0,1 2 0,-1-1 0,2 2 0,25-2 0,23-2 0,-45 4 0,34 0 0,-29 5 0,-20 0 0,0-1 0,1 0 0,-1 0 0,1-1 0,-1 0 0,0 0 0,0-1 0,0 0 0,10-4 0,-52 29 0,27-18 0,0 1 0,-1-1 0,-1-1 0,1 1 0,-11 4 0,7-5-1365,2 1-5461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24575,'0'0'0,"0"-1"0,1 0 0,-1 1 0,0-1 0,1 1 0,-1-1 0,0 1 0,0-1 0,1 1 0,-1-1 0,1 0 0,-1 1 0,1 0 0,-1 0 0,0-1 0,1 1 0,0-1 0,-1 1 0,1 0 0,-1 0 0,1 0 0,-1-1 0,1 1 0,0 0 0,0-1 0,22-4 0,-12 3 0,3-2 0,1 1 0,0 0 0,0 1 0,21-1 0,64 4 0,-38 1 0,13-2 0,84-1 0,-119-8-1365,-28 6-5461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387 160 24575,'1'-34'0,"1"23"0,-2 1 0,0 0 0,0-1 0,0 1 0,-2 0 0,1 0 0,-6-17 0,5 25 0,2 0 0,-2 0 0,1 1 0,0 0 0,-1-2 0,1 2 0,-2 0 0,2-1 0,-1 2 0,1-2 0,-1 1 0,0 0 0,0 0 0,0 0 0,0 0 0,0 1 0,-1-1 0,1 0 0,1 1 0,-2-1 0,1 1 0,-3 0 0,-8-1 0,-1 1 0,-21 2 0,14-1 0,13-1 0,1 1 0,-1-1 0,1 1 0,-1 0 0,1 1 0,0 0 0,0 0 0,-1 0 0,1 1 0,0 0 0,1-1 0,0 2 0,-1 0 0,1 0 0,0 1 0,0-1 0,-5 6 0,-15 8 0,23-16 0,-1 0 0,0 0 0,1 0 0,0 1 0,-1-1 0,1 1 0,0 0 0,1-1 0,-1 1 0,1 1 0,0-1 0,-1 0 0,1 1 0,-1 3 0,-20 52 0,18-47 0,0-1 0,0 1 0,1 0 0,0 1 0,1-1 0,2 0 0,-1 1 0,0 13 0,2-23 0,1 0 0,-1 0 0,1 0 0,-1-1 0,1 0 0,0 1 0,0 0 0,0-1 0,0 1 0,0-1 0,1 0 0,-1 1 0,1-1 0,0 0 0,0 0 0,0 0 0,0 0 0,0 0 0,0 0 0,0-1 0,1 1 0,-1-1 0,1 1 0,-1-1 0,1 0 0,0 0 0,0 0 0,0 0 0,3 1 0,9 0 0,-1-1 0,0 1 0,0-2 0,28-3 0,-10 2 0,-20 1 0,0-1 0,1 1 0,-1-2 0,19-5 0,-25 6 0,0-1 0,0-1 0,0 0 0,0 0 0,0 0 0,-1 0 0,0-1 0,1 1 0,-1-1 0,5-5 0,3-3 0,2-4 0,0 1 0,18-24 0,-29 32 0,0 1 0,-1-1 0,1 1 0,-1-1 0,-1 0 0,1 0 0,-1 0 0,-1-1 0,1 1 0,0-10 0,-3-40 0,1 207 0,-1-138 0,-1 0 0,-4 20 0,3-20 0,1 1 0,-2 14 0,3 352 0,3-185 0,-2-192 0,1-1 0,-1 1 0,0 0 0,0 0 0,0 0 0,0-1 0,-1 1 0,1 0 0,-1 0 0,0-1 0,1 1 0,0 0 0,-1 0 0,0-1 0,0 1 0,0-1 0,0 0 0,0 1 0,0 0 0,-1-1 0,1 0 0,-1 0 0,1 1 0,-1-1 0,1 0 0,-1 0 0,1 0 0,-1 0 0,0-1 0,0 1 0,1 0 0,-2-1 0,2 1 0,-1-1 0,0 1 0,0-1 0,0 1 0,0-1 0,1 0 0,-5 0 0,-42 0 0,-58-4 0,95 2 0,-1-1 0,2 0 0,-2-1 0,2 0 0,-1 0 0,0-1 0,1-1 0,1 1 0,-11-9 0,-1 2 0,17 9 0,1-1 0,0 1 0,-1-1 0,1 1 0,0-1 0,0 0 0,0 0 0,1 0 0,0 0 0,0 0 0,0-1 0,1 1 0,-2-5 0,-10-21 0,12 28-105,-1 0 0,2-1 0,-1 1 0,-1 0 0,2-1 0,0 1 0,-1 0 0,0-1 0,1 1 0,0 0 0,0-1 0,0-2 0,2-4-6721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 24575,'-10'0'0,"0"0"0,1 1 0,-2-1 0,-18 5 0,25-3 0,1-2 0,0 2 0,0-1 0,0 1 0,0 0 0,0-1 0,1 1 0,-1 0 0,0 0 0,0 1 0,1-1 0,0 0 0,0 1 0,0-1 0,0 1 0,0 0 0,1 0 0,-2 3 0,-13 23 0,8-16 0,2-1 0,0 1 0,-8 26 0,9-17 0,0 1 0,2 0 0,-1 33 0,3 13 0,3 63 0,1-108 0,1-1 0,1 0 0,2-1 0,-1 1 0,3-2 0,21 42 0,-28-59 0,1-1 0,0 2 0,1-2 0,-1 1 0,1-1 0,0 1 0,0-2 0,0 2 0,0-1 0,1-1 0,-1 1 0,1-1 0,5 3 0,3-1 0,-1-1 0,1 1 0,0-1 0,14 1 0,10 2 0,-19-2 0,0-2 0,31 3 0,-44-5 0,-1 0 0,1-1 0,-1 1 0,1-1 0,-1 1 0,0-2 0,1 1 0,-1 0 0,0 0 0,0-1 0,0 0 0,0 0 0,-1 0 0,1 0 0,0 0 0,4-5 0,-1-2 0,0 0 0,-1-1 0,0 1 0,0-1 0,-1 0 0,-1-1 0,4-12 0,-4 6 0,-1-1 0,-1 2 0,0-1 0,-2-1 0,-3-27 0,1-4 0,2 31 0,-1 1 0,0 0 0,-5-21 0,4 31 0,0 0 0,0 0 0,-1 0 0,0 1 0,-1-1 0,0 0 0,-1 1 0,2 0 0,-2 0 0,-6-6 0,7 7 0,0 0 0,0 1 0,0-1 0,1-1 0,0 0 0,1 1 0,0-1 0,0 1 0,0-1 0,-1-7 0,0 4 0,1-1 0,-10-16 0,-23-29 0,24 38 0,-19-33 0,29 47 12,-2-1 0,2 1 0,-1-1 0,0 1 0,-1-1 0,1 1 0,0 0 0,-1 1 0,-5-6 0,5 7-126,0-2 0,1 2-1,-1 0 1,0 0 0,-1 0 0,1 0-1,0-1 1,0 2 0,0 0 0,0-1-1,-1 0 1,-5 1 0,-5 0-6712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76 24575,'-1'-3'0,"1"0"0,-1 0 0,0 0 0,0 0 0,0 0 0,-1 0 0,1 0 0,-1 0 0,1 1 0,-1-1 0,0 1 0,0 0 0,-1-1 0,1 1 0,0 0 0,-5-3 0,3 2 0,0-1 0,0 2 0,-1-1 0,1 1 0,-1 0 0,1-1 0,-1 1 0,0 0 0,0 1 0,-5-2 0,7 3 0,0 0 0,0 0 0,1 0 0,-1 0 0,1 1 0,-1-1 0,0 0 0,0 1 0,1 0 0,0 0 0,-1 0 0,0 0 0,1 0 0,0 0 0,0 0 0,-1 1 0,1 0 0,0-1 0,0 0 0,0 2 0,0-2 0,1 1 0,-1 0 0,-1 3 0,0 0 0,-1 0 0,1 0 0,1 0 0,0 0 0,0-1 0,0 2 0,1-1 0,-1 1 0,0 10 0,1 16 0,4 46 0,-2-75 0,-1 0 0,1 0 0,0 1 0,0-1 0,0 0 0,0 1 0,1-1 0,0 0 0,-1 0 0,2 0 0,-2-1 0,2 1 0,0 0 0,-1 0 0,0-1 0,1 1 0,0-1 0,-1 0 0,2 0 0,-1-1 0,0 2 0,0-2 0,0 0 0,1 1 0,0-1 0,-1 1 0,1-2 0,5 2 0,11 1 0,-1-1 0,0 0 0,1-1 0,24-2 0,-21 0 0,-10 1 0,-3 1 0,0-1 0,0-1 0,-1 0 0,17-4 0,-23 5 0,-1-1 0,0 0 0,0 1 0,0-1 0,0 0 0,1 0 0,-2 0 0,1 0 0,0-1 0,-1 1 0,1-1 0,-1 1 0,1 0 0,-1-1 0,1 0 0,-1 1 0,1-1 0,-1 0 0,0 0 0,0 1 0,0-1 0,0 0 0,-1-1 0,1 2 0,-1-1 0,1-3 0,0-3 0,-1 0 0,0 0 0,0 0 0,0 0 0,-1 0 0,-1 0 0,1 0 0,-1 0 0,-1 0 0,0 0 0,-7-11 0,7 13 0,0 1 0,-1-1 0,1 1 0,-1 0 0,-1 0 0,1 0 0,-1 1 0,0 0 0,0 0 0,-1 0 0,1 0 0,0 1 0,-1-1 0,-1 1 0,-10-4 0,10 6-273,0 0 0,1-1 0,-1 1 0,-10 0 0,3 1-6553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24575,'82'1'0,"89"-3"0,-162 1 18,-1 0 0,2-2 0,-1 1 0,10-5 0,10-2-1473,-15 5-5371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0 24575,'-1'0'0,"-1"1"0,0-1 0,1 0 0,-1 0 0,1 1 0,0-1 0,-1 1 0,1 0 0,-1-1 0,1 1 0,0 0 0,-1-1 0,1 2 0,0-2 0,0 1 0,0 1 0,-1-2 0,2 2 0,-1-1 0,0 0 0,0 0 0,1 1 0,-1-1 0,-2 2 0,0 7 0,0-2 0,-5 19 0,1-2 0,-53 106 0,59-131 0,-2 8 0,0 0 0,-1 0 0,2-1 0,-2 1 0,3 0 0,-1 0 0,-1 9 0,1-3 0,-1 0 0,0 0 0,-2 0 0,0-1 0,0 1 0,-1-1 0,-12 18 0,-12 27 0,14-11 0,12-33 0,-1 0 0,-10 20 0,-1-8 0,-1-1 0,-1-1 0,-27 27 0,28-35 0,-1 0 0,-25 17 0,40-31 0,-1 1 0,-1 0 0,-1 0 0,1 0 0,0-1 0,-2 0 0,2 0 0,-1 0 0,0-1 0,0 1 0,0-2 0,-8 2 0,-4-1 0,0-1 0,-29-3 0,38 1 0,0-1 0,0 0 0,0 0 0,1 0 0,-1-1 0,1-1 0,-14-8 0,4 3 0,15 7 0,0 1 0,0 0 0,0-1 0,1 1 0,0 0 0,-1-1 0,1 0 0,0 0 0,-1 0 0,2 1 0,-1-2 0,1 1 0,-1 0 0,2 0 0,-2-1 0,1 1 0,1-1 0,-1 1 0,1 0 0,-1-4 0,0-1 0,0 1 0,-1 0 0,-5-12 0,3 9 0,0-1 0,1 0 0,1 1 0,0-1 0,-2-22 0,3 24 0,-7-33 0,5 30 0,1-2 0,0-12 0,1 19 0,1 0 0,1-1 0,0 1 0,-1 0 0,2 0 0,-1-1 0,5-10 0,-5 16 0,1-1 0,-1 1 0,1-1 0,-1 1 0,1 0 0,0 0 0,0 0 0,0 0 0,0 0 0,0 0 0,1 0 0,-1 1 0,0-1 0,1 0 0,0 1 0,-1 0 0,1 0 0,0 0 0,-1 0 0,1 0 0,0 0 0,0 1 0,4-1 0,4-1 0,-1 2 0,2-1 0,-2 1 0,1 1 0,0-1 0,0 2 0,0 0 0,-1 0 0,1 1 0,0 0 0,-1 0 0,-1 1 0,1 1 0,0-1 0,0 1 0,-1 0 0,9 8 0,28 14 0,-34-21 0,0 1 0,-1 0 0,0 0 0,14 14 0,19 19 0,22 23 0,-56-51 0,-1 1 0,12 21 0,-14-22 0,0 0 0,0-1 0,2 0 0,9 11 0,-11-15-341,0 2 0,-1-2-1,6 12 1,-6-10-6485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710 1 24575,'-2'0'0,"0"0"0,1 0 0,-2 1 0,2-1 0,-1 0 0,0 1 0,0-1 0,1 1 0,-1 0 0,1-1 0,-1 1 0,1 0 0,-1 0 0,1 0 0,-1 0 0,-1 2 0,0 0 0,0 1 0,1-1 0,-1 0 0,1 1 0,-1 0 0,-1 5 0,0 1 0,0 0 0,1 0 0,1 0 0,-3 17 0,0 12 0,-14 48 0,11-55 0,1-1 0,-5 58 0,11-71 0,-1-1 0,-2 0 0,0 0 0,-1 0 0,-8 18 0,-1 5 0,7-13 0,6-21 0,1-1 0,-2 0 0,1 0 0,-1 0 0,0 0 0,0 0 0,-6 8 0,0 0 0,3-6 0,0 0 0,0 0 0,0 0 0,0 0 0,-2-1 0,1 0 0,-1 0 0,0-1 0,0 0 0,-11 7 0,-26 11 0,32-16 0,-1-1 0,1 0 0,-1-1 0,-25 8 0,11-8 0,0 0 0,-1-1 0,0-1 0,0-2 0,-52-3 0,77 1 0,0 1 0,1 0 0,0-2 0,-1 1 0,0 1 0,1-2 0,0 1 0,0 0 0,-1-1 0,1 1 0,0-1 0,0 1 0,0-1 0,0 0 0,1 0 0,-1 0 0,0 0 0,-1-3 0,-4-5 0,1-1 0,-7-17 0,9 18 0,0 1 0,2-1 0,-1 1 0,1-1 0,1 0 0,0 0 0,0 0 0,1 1 0,0-2 0,2 1 0,2-18 0,-2 23 0,1 1 0,-1-1 0,1 0 0,0 1 0,0-1 0,0 0 0,1 1 0,0 0 0,-1 1 0,1-2 0,1 2 0,8-6 0,-6 4 0,0 1 0,0 0 0,1 0 0,-2 1 0,2 0 0,0 0 0,0 1 0,13-3 0,12 2 0,0 2 0,1 1 0,34 4 0,-61-4 0,1 2 0,-2 0 0,1-1 0,0 1 0,0 1 0,-1 0 0,1 0 0,10 7 0,48 36 0,-43-29 0,55 49 0,-17-14 0,-50-44 0,7 7 0,0-3 0,24 15 0,-12-3 109,-24-20-404,0 0 1,1 0-1,-1 0 0,7 4 0,-2-4-6531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18 24575,'13'-1'0,"-2"0"0,1-1 0,12-3 0,-18 3 0,1 0 0,0 1 0,0 0 0,0 0 0,0 0 0,0 1 0,-1 0 0,1 0 0,0 1 0,0-1 0,0 1 0,12 4 0,-16-4 0,-1 1 0,0 0 0,1-1 0,-2 1 0,1 0 0,0 0 0,0 0 0,0 0 0,-1 0 0,1 0 0,-2 0 0,2 1 0,-1-1 0,0 0 0,0 1 0,0-1 0,0 0 0,-1 1 0,0-1 0,0 1 0,0 0 0,0-1 0,0 1 0,0 2 0,0 0 0,0 1 0,-1 0 0,0-1 0,0 1 0,0-1 0,-1 1 0,1-1 0,-2 0 0,-4 10 0,5-11 0,-1 1 0,0-2 0,0 1 0,0-1 0,-1 1 0,1-1 0,0 0 0,-1 0 0,0 0 0,0-1 0,0 1 0,-9 3 0,8-3 0,1-1 0,-2 0 0,2 1 0,-1-1 0,1 1 0,0 0 0,0 0 0,-1 1 0,2-1 0,0 1 0,-1 0 0,1 0 0,0 0 0,0 0 0,-4 9 0,6-11 0,0 1 0,0-2 0,-1 1 0,1 0 0,-1 0 0,1 0 0,-1-1 0,1 0 0,-2 2 0,2-2 0,-1 0 0,-3 2 0,-13 13 0,18-16 0,-1 0 0,1 1 0,-1-1 0,1 1 0,0-1 0,0 0 0,-1 1 0,1-1 0,0 1 0,0-1 0,0 0 0,0 1 0,0 0 0,0-1 0,0 1 0,0-1 0,0 1 0,0-1 0,0 1 0,0-1 0,0 0 0,1 1 0,-1-1 0,0 1 0,0-1 0,1 0 0,-1 1 0,1-1 0,-1 1 0,0-1 0,1 1 0,-1-1 0,0 0 0,0 0 0,1 1 0,-1-1 0,1 1 0,-1-1 0,1 0 0,-1 0 0,0 0 0,1 0 0,0 0 0,-1 0 0,1 1 0,-1-1 0,0 0 0,2 0 0,31 6 0,-24-5 0,13 4 0,-2 1 0,1 1 0,37 18 0,-39-16 0,-10-4 0,0 0 0,-2 2 0,2-1 0,-2 0 0,0 1 0,0 0 0,0 1 0,-1 0 0,-1-1 0,1 2 0,4 10 0,-6-10 0,-1 0 0,-1 0 0,0 0 0,0 1 0,-1-1 0,0 1 0,-1-1 0,0 1 0,-1 0 0,0-1 0,0 1 0,-2-1 0,1 0 0,-5 10 0,6-17 0,1 0 0,-2-1 0,1 1 0,1-1 0,-2 0 0,1 1 0,0-1 0,-1 1 0,1-1 0,-1 0 0,1 0 0,-1 0 0,1 0 0,-2 0 0,-1 1 0,-33 9 0,30-9 0,1-1 0,0 0 0,0 2 0,-7 2 0,-14 8 0,0 0 0,-1-2 0,-1-1 0,-43 10 0,71-20-39,-2 1 0,2-1 0,-1 1 0,0-1 0,0 0 0,0 0 0,0 0 0,0 0 0,0-1 0,0 1 0,0-1 0,0 1 0,1 0 0,-1-1 0,0 0 0,0 1 0,1-1 0,-1 0 0,0 0 0,1 0 0,-1 0 0,0 0 0,1 0 0,-1-1 0,2 1 0,-2-1 0,1 1 0,0 0 0,0-1 0,0 1 0,0-1 0,0 0 0,0 1 0,0-3 0,-3-7-6787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98 24575,'-24'0'0,"13"-1"0,-1 1 0,0 0 0,-14 3 0,22-3 0,1 1 0,0 0 0,0 0 0,0 0 0,0 0 0,0 1 0,0-1 0,0 1 0,0-1 0,0 1 0,1-1 0,-1 2 0,1-1 0,-1 0 0,1 1 0,-2 1 0,-2 4 0,0 0 0,0 0 0,1-1 0,0 2 0,1-1 0,0 1 0,1 0 0,0 0 0,0-1 0,1 1 0,0 1 0,-1 13 0,5 163 0,-2-179 0,2-1 0,-1 0 0,0 0 0,1 0 0,0 1 0,0-2 0,0 1 0,1 0 0,1 0 0,-1-1 0,1 0 0,0 0 0,8 9 0,-3-3 0,-1-1 0,7 13 0,-4 0 0,-8-17 0,-1 0 0,1 0 0,0-1 0,1 1 0,0-1 0,-1 1 0,1-2 0,1 1 0,9 9 0,-8-9 0,1-1 0,-1 1 0,1-2 0,1 1 0,-2 0 0,2-1 0,0 0 0,-1 0 0,1-1 0,-1 0 0,2 0 0,-1-1 0,0 0 0,11 1 0,-15-2 0,6 0 0,1 0 0,-1 0 0,2-1 0,-2 0 0,18-4 0,-25 4 0,-1 0 0,1 0 0,0 0 0,0-1 0,0 1 0,-1-1 0,0 0 0,0 1 0,1-1 0,-1 0 0,0 0 0,1-1 0,-2 1 0,1 0 0,0 0 0,-1-1 0,1 1 0,-1-1 0,0 1 0,0 0 0,0-1 0,0 0 0,0 0 0,0-4 0,6-33 0,-1 0 0,-1-53 0,-4 34 0,-3-51 0,1 104 0,0 0 0,-1 1 0,0-1 0,1 1 0,-2-1 0,0 1 0,-3-5 0,-26-37 0,27 40 0,-10-11 0,12 15 0,0 1 0,0-1 0,0-1 0,1 1 0,0-1 0,0 1 0,-1-1 0,-1-5 0,-2-4 0,0 0 0,-1 1 0,0-1 0,-1 1 0,-18-21 0,9 12 0,2 4-1365,9 9-5461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 24575,'-19'-1'0,"11"1"0,0-1 0,1 1 0,-1 1 0,-12 1 0,18-1 0,1-1 0,-1 0 0,1 1 0,-2 0 0,2-1 0,-1 1 0,1 0 0,-1-1 0,2 1 0,-2 1 0,0-2 0,1 2 0,0-2 0,0 2 0,0-1 0,-1 0 0,2 0 0,-1 1 0,0-1 0,0 0 0,1 1 0,-1-1 0,0 1 0,0 0 0,1 1 0,-2 1 0,1 1 0,1-1 0,-1 0 0,1 0 0,-1 0 0,1 1 0,1-1 0,-1 0 0,1 0 0,-1 0 0,2 1 0,-1-1 0,0 0 0,1 0 0,-1 0 0,1-1 0,1 1 0,-1 0 0,0-1 0,1 1 0,0-1 0,0 0 0,0 1 0,0-1 0,0-1 0,1 1 0,0 0 0,0-1 0,0 0 0,-1 0 0,1 0 0,9 3 0,7 2 0,29 6 0,-46-12 0,0-1 0,1 1 0,-1-1 0,1 0 0,0 1 0,0-2 0,-1 1 0,0-1 0,1 1 0,7-3 0,-10 3 0,1-1 0,-1 0 0,1 0 0,-1 0 0,0-1 0,1 1 0,-1 0 0,0 0 0,1-1 0,-2 1 0,2-1 0,-1 1 0,-1 0 0,1-1 0,0 0 0,0 1 0,0-4 0,8-35 0,-8 27 0,0 10 9,0-1-1,-1 2 1,0-2-1,0 1 1,0 0 0,0 0-1,0-1 1,0 2-1,-1-2 1,0 1-1,0 1 1,1-2-1,-4-2 1,4 4-83,-2 0-1,1 1 1,-1-1 0,1 0 0,-1 0-1,0 1 1,0-1 0,1 1 0,-1 0-1,-1-1 1,2 2 0,-2-2 0,1 1-1,0 1 1,0-2 0,-1 2 0,1-1-1,0 1 1,-4-1 0,-6-1-6752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 24575,'71'0'0,"77"-1"0,-103-6 0,-32 4 0,-1 1 0,18-1 0,-15 2 0,-1-1 0,0 0 0,0-1 0,19-6 0,-4 1 0,57-11-1365,-74 17-5461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24575,'8'0'0,"0"0"0,0 0 0,0 1 0,1 0 0,-1 0 0,0 1 0,0 0 0,0 0 0,-1 1 0,1 0 0,-1 0 0,1 0 0,7 6 0,-12-7 0,3 0 0,-1 2 0,-1-1 0,2 0 0,-2 1 0,9 8 0,-12-10 0,1 0 0,-2 0 0,2 0 0,-1 0 0,-1-1 0,1 2 0,0-1 0,0 0 0,-1 1 0,0-1 0,0 0 0,0 0 0,0 0 0,0 0 0,0 0 0,0 0 0,0 1 0,0-1 0,-2 2 0,0 2 0,0-1 0,-2 0 0,2 0 0,-1 0 0,-1-1 0,1 1 0,0-1 0,-2 0 0,-6 7 0,-16 17 0,-12 17 0,32-39 0,0 1 0,1 0 0,0 1 0,0 0 0,0 0 0,1 0 0,0 0 0,2 1 0,-8 17 0,-4 19 27,11-35-259,0 1 0,1-2 0,0 1 0,1 1 0,-1 15 0,2-12-6594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24575,'0'419'0,"0"-415"0,1-1 0,-1 1 0,1-1 0,-1 1 0,1-1 0,1 5 0,-2-8 0,1 1 0,-1-1 0,0 1 0,0-1 0,1 1 0,-1-1 0,0 0 0,1 0 0,-1 1 0,0-1 0,0 1 0,0-1 0,1 0 0,-1 0 0,1 0 0,-1 0 0,1 1 0,-1-1 0,0 0 0,0 0 0,1 1 0,0-1 0,-1 0 0,1 0 0,0 0 0,0 0 0,0-1 0,-1 1 0,1 0 0,0-1 0,1 1 0,-2 0 0,1-1 0,0 1 0,0-1 0,-1 1 0,1-1 0,-1 0 0,1 1 0,0-1 0,-1 1 0,1-2 0,11-13 0,-1-1 0,0 0 0,-2 0 0,13-34 0,16-26 0,-25 54 0,-3-1 0,0 0 0,-2-1 0,8-30 0,-7 20 0,-7 27 0,0-1 0,1 1 0,0 0 0,1 0 0,0 0 0,0 1 0,0 0 0,1 0 0,-1 0 0,12-9 0,-10 8 0,0 1 0,-1 0 0,0-1 0,5-10 0,-5 11 0,-1-1 0,0 0 0,11-10 0,-12 15 0,0 0 0,0-1 0,0 1 0,0 1 0,0-1 0,0 0 0,0 1 0,1 0 0,-1-1 0,0 2 0,1-2 0,6 1 0,-7 0 0,0 1 0,1 0 0,0 0 0,0 1 0,-1-1 0,1 0 0,-1 1 0,0 0 0,1 0 0,-1 0 0,1 0 0,-1 1 0,0-1 0,0 1 0,0 0 0,0 0 0,0-1 0,0 1 0,0 1 0,0-1 0,-1 0 0,0 1 0,1 0 0,-1 0 0,0-1 0,3 6 0,-1 1 0,1-1 0,-1 0 0,-1 1 0,0-1 0,0 1 0,0 0 0,-1 0 0,1 17 0,-1-3 0,2 1 0,7 24 0,-6-27 0,0 0 0,1 43 0,-6 184 0,0-245 20,0 1 0,0 0 0,0-1 0,1 2 0,1 3 0,-2-7-65,0 0 0,1 0 0,-1-1 0,1 1 0,-1 0 0,1 0 0,-1-1 0,1 1 0,-1-1 0,0 1 0,1-1 0,0 1 0,0 0 0,-1-1 0,1 0 0,-1 1 0,1-1 0,0 1 0,-1-1 0,1 1 0,0-1 0,0 0 0,0 0 0,0 0 0,0 0 0,-1 1 0,1-1 0,0 0 0,0 0 0,-1 0 0,2 0 0,0-1 0,7 0-6781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34 24575,'-1'-1'0,"1"1"0,0-2 0,-1 1 0,0 0 0,0 0 0,1 1 0,0-1 0,-2 0 0,1 0 0,1 0 0,-1 0 0,0 1 0,0-1 0,0 1 0,0-1 0,0 1 0,-2-2 0,-20-7 0,11 6 0,0 1 0,-1 0 0,1 1 0,-1 0 0,1 1 0,-1 0 0,-12 2 0,21-1 0,0 0 0,1 0 0,0 0 0,-1 1 0,1-1 0,-1 1 0,1 0 0,0 0 0,0 0 0,0 0 0,-3 3 0,-30 28 0,26-22 0,1-1 0,1 1 0,-1 0 0,1 1 0,1 0 0,-10 21 0,8-10 0,3-12 0,2 0 0,-1 1 0,-2 16 0,7-23 0,-1-2 0,1 1 0,-1 0 0,2 1 0,-1-2 0,1 1 0,-1 1 0,1-2 0,0 1 0,0 0 0,0 0 0,1-1 0,0 2 0,2 2 0,0-2 0,0 0 0,0-1 0,0 1 0,0-1 0,1 0 0,-1-1 0,1 1 0,0-1 0,0 1 0,0-1 0,1 0 0,-1-1 0,8 3 0,5 3 0,-5-2 0,0 0 0,0-1 0,1 0 0,0-1 0,0-1 0,0 0 0,0-1 0,1 0 0,-1-1 0,23 0 0,-34-2 0,0 0 0,0 1 0,0-1 0,0 0 0,-1-1 0,1 2 0,-1-2 0,1 1 0,0-1 0,-1 0 0,0 0 0,1 1 0,-2-1 0,1 0 0,1-1 0,-2 1 0,1 0 0,0 0 0,-1-1 0,0 1 0,1-1 0,-1 1 0,0 0 0,1-6 0,2-3 0,-1-1 0,-1 1 0,1-1 0,-1-18 0,-2 16-125,-2-1 1,1 1-1,-1 0 0,-1 0 0,-1 0 0,-8-21 0,9 26-366,0-1-6335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18 24575,'-36'-12'0,"17"10"0,0-1 0,0 3 0,0-1 0,-21 3 0,37-1 0,-1 0 0,1 0 0,0 0 0,0 1 0,0-1 0,0 1 0,0-1 0,0 1 0,0 0 0,0 0 0,1 0 0,0 0 0,-1 1 0,1-1 0,0 0 0,-1 1 0,2 0 0,-1 0 0,0 0 0,1-1 0,-1 1 0,0 4 0,0-5 0,1 1 0,0 0 0,0 0 0,0 0 0,1 0 0,-1 0 0,0 0 0,1-1 0,0 2 0,0-1 0,0 0 0,0-1 0,1 2 0,-1-1 0,1-1 0,0 1 0,0 0 0,0 0 0,0 0 0,0-1 0,1 1 0,-1 0 0,4 3 0,10 8 0,0-1 0,2 0 0,-1-1 0,1-1 0,1-1 0,37 17 0,-22-14 0,50 28 0,-49-24 0,-26-15 0,0 2 0,-1 0 0,14 8 0,-19-10 0,0-1 0,0 2 0,0-2 0,0 1 0,-1 0 0,2 0 0,-2 0 0,0 0 0,0 1 0,1-1 0,-1 0 0,-1 1 0,1-1 0,0 0 0,0 1 0,0 3 0,0 0 0,-1 1 0,0 0 0,0-1 0,0 0 0,-1 0 0,0 1 0,-1-1 0,1 0 0,-5 12 0,4-15 0,0 0 0,1 0 0,-1 0 0,0 0 0,0-1 0,0 1 0,-1 0 0,1-1 0,-1 0 0,1 1 0,-1-1 0,0 0 0,0 0 0,0 0 0,0-1 0,0 1 0,-1 0 0,1-2 0,-1 2 0,-5 0 0,0 1 0,0-1 0,0 1 0,-10 5 0,11-5 0,0 1 0,0-1 0,-1-1 0,-10 3 0,-12 0 0,11-1 0,-1-1 0,-23 1 0,37-4 0,0 0 0,0-1 0,1 0 0,-1 1 0,0-2 0,0 1 0,1-1 0,0 0 0,-1 0 0,-9-6 0,11 6 11,1-1 0,0 0 0,0 0 0,0 1 0,0-2 0,1 1-1,-1 0 1,1-1 0,0 0 0,-6-7 0,8 7-104,-1 2 0,1-2 1,0 1-1,0 0 0,1-1 0,-1 1 0,0-1 0,1 1 1,0 0-1,0-1 0,0 1 0,0-1 0,1 1 1,0-1-1,1-5 0,2-1-6733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0 171 24575,'1'-1'0,"-1"1"0,1-1 0,-1 0 0,0 1 0,0 0 0,1-1 0,0 0 0,0 1 0,-1-1 0,0 0 0,1 1 0,0-1 0,0 1 0,-1 0 0,0-1 0,1 1 0,0-1 0,0 1 0,2 0 0,19-9 0,-16 7 0,5-1 0,1 0 0,19-3 0,-24 6 0,-1-1 0,1-1 0,-1 2 0,1-2 0,-1 0 0,0-1 0,1 1 0,-1 0 0,0-1 0,0-1 0,10-6 0,0-3 0,-1 1 0,1 0 0,20-9 0,-34 19 0,1 1 0,0-1 0,0 0 0,-1 0 0,0 1 0,1-1 0,-1 0 0,0 0 0,0-1 0,3-4 0,-5 7 0,0 0 0,1-1 0,-1 0 0,0 1 0,0 0 0,0-1 0,0 0 0,1 1 0,-1 0 0,0-1 0,0 1 0,0-1 0,0 0 0,-1 1 0,1 0 0,0-1 0,0 0 0,0 1 0,-1 0 0,1-1 0,0 1 0,0-1 0,-1 1 0,0-1 0,0 0 0,0 0 0,0 0 0,0 0 0,-1 1 0,1-1 0,-1 0 0,1 1 0,0 0 0,0-1 0,-1 0 0,1 1 0,-1 0 0,-2-1 0,1 1 0,-1-1 0,1 1 0,0 0 0,-1 0 0,1 0 0,-1 0 0,1 0 0,-1 1 0,1-1 0,-1 1 0,1 0 0,-1 0 0,1 1 0,0-2 0,0 2 0,-4 1 0,5-1 0,0 0 0,0 0 0,-1 0 0,2 0 0,-1 1 0,0-1 0,0 0 0,0 1 0,1-1 0,0 1 0,-1 0 0,1-1 0,0 1 0,0 0 0,1 0 0,-1 0 0,1-1 0,-1 5 0,-1 11 0,1-1 0,1 1 0,1 0 0,6 33 0,-6-45 0,1-1 0,1 0 0,0 0 0,0-1 0,1 1 0,-1 0 0,0-1 0,1 0 0,5 4 0,-2-1 0,2 0 0,-2-1 0,2 0 0,12 6 0,-11-8 0,-1 1 0,1-2 0,0 0 0,-1 0 0,1-1 0,0-1 0,19 2 0,76-4 0,-45 0 0,-53 1 0,0 0 0,1-1 0,0 0 0,12-2 0,-17 2 0,0 0 0,0-1 0,0 1 0,0 0 0,-1-1 0,2 1 0,-2-1 0,0 0 0,0 0 0,1 0 0,-1 0 0,0 0 0,4-4 0,2-6 0,-4 8 0,0-1 0,0 0 0,0 0 0,-1-1 0,0 1 0,0 0 0,-1-1 0,1 1 0,-1-1 0,1-8 0,13-64-1365,-15 66-5461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220 389 24575,'1'-2'0,"-1"0"0,0-1 0,0 1 0,-1 0 0,1 0 0,0 0 0,0 1 0,-1-1 0,0-1 0,0 1 0,1 0 0,-2 1 0,1-1 0,0 0 0,-2-3 0,0 4 0,2 0 0,-1-1 0,-1 1 0,1 0 0,0 0 0,-1 0 0,1 0 0,0 0 0,0 0 0,-1 0 0,1 1 0,-1 0 0,1 0 0,-4-1 0,2 1 0,-1 0 0,2 0 0,-2 1 0,0-1 0,2 0 0,-2 1 0,1 1 0,0-1 0,0 0 0,-1 1 0,2-1 0,-1 1 0,0 0 0,0 0 0,1 1 0,-1-1 0,1 1 0,0-1 0,-1 1 0,-3 6 0,-4 3 0,1 1 0,0 1 0,-12 26 0,20-38 0,-1 7 0,-1-1 0,2 1 0,0-1 0,-1 1 0,2 0 0,-1 9 0,-4 18 0,3-11 0,0 0 0,1 0 0,4 34 0,-2-13 0,0-41 0,0 0 0,1 0 0,0 0 0,0 0 0,-1 0 0,2 0 0,-1-1 0,3 6 0,-3-8 0,0 0 0,1 0 0,-1 0 0,1 0 0,0 0 0,-1 0 0,1-1 0,0 1 0,0-1 0,0 1 0,0-1 0,0 1 0,0-1 0,1 0 0,-1 0 0,1 0 0,-1 0 0,4 0 0,15 5 0,-2 0 0,-1-1 0,1-1 0,0-1 0,0 0 0,1-1 0,32-1 0,-49-1 0,0-1 0,0 1 0,1-1 0,-1 0 0,0 0 0,1-1 0,-1 1 0,0 0 0,0-1 0,0 0 0,4-2 0,27-28 0,-29 26 0,1 1 0,0-1 0,0 0 0,12-7 0,-10 8 0,-1 0 0,0 0 0,-1 0 0,0-1 0,1 1 0,-2-2 0,0 1 0,1-1 0,-2 1 0,7-13 0,-9 15 0,31-36 0,-25 32 0,-1-1 0,0 1 0,9-16 0,-12 14 0,0 1 0,0 0 0,-1-1 0,-1 1 0,0-1 0,0 0 0,-1-17 0,0 18 0,7-43 0,-4 31 0,0-31 0,-5-320 0,1 394 0,0-1 0,-2 1 0,-5 30 0,2-25 0,1 1 0,2-1 0,4 55 0,0-20 0,-2 370 0,0-431-83,0 10 297,0-11-248,0 0 0,0 0 0,0 1 0,0-1 0,0 0 0,0 0 0,0 1 0,0-1 0,0 0 0,0 0 0,0 0 0,0 0 0,0 0 0,1 0 0,-1 1 0,0-1 0,0 0 0,0 0 0,0 1 0,1-1 0,-1 0 0,0 0 0,0 0 0,0 0 0,1 0 0,-1 0 0,0 0 0,0 0 0,0 0 0,0 0 0,0 0 0,0 0 0,1 1 0,-1-1 0,0 0 0,0 0 0,1 0 0,-1 0 0,0 0 0,0 0 0,1 0 0,-1 0 0,1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48 24575,'0'-2'0,"0"0"0,0 0 0,0 0 0,0-1 0,-1 2 0,1-1 0,0 0 0,0 0 0,-1 0 0,0 0 0,0 0 0,0 1 0,0-1 0,0 0 0,0 0 0,-2-1 0,0 1 0,2 1 0,-1-1 0,-1 2 0,1-2 0,0 1 0,0 0 0,-1 1 0,1-1 0,0 0 0,-1 0 0,0 1 0,1 0 0,-5-1 0,3 1 0,0 0 0,0 0 0,0 0 0,1 0 0,-1 1 0,0-1 0,-1 1 0,2 1 0,0-2 0,-1 2 0,0-1 0,0 0 0,1 2 0,-1-2 0,1 1 0,0 0 0,0 0 0,0 1 0,-3 2 0,-4 5 0,1 1 0,1-1 0,-14 23 0,10-13 0,8-14 0,1-1 0,0 1 0,1 1 0,0-1 0,0 0 0,1 1 0,-1-1 0,1 11 0,0-7 0,1 0 0,0 0 0,1 0 0,0 0 0,3 10 0,-2-17 0,-1 0 0,1 1 0,0-1 0,0 0 0,0 0 0,1 0 0,-1 0 0,0 0 0,1 0 0,0-1 0,0 1 0,0-1 0,1 0 0,-1 0 0,0 0 0,0-1 0,1 1 0,0 0 0,0-1 0,0 1 0,6 0 0,5 1 0,-1 0 0,1-1 0,0 0 0,23-1 0,-13 0 0,-17-1 0,0 1 0,2-1 0,-2-1 0,0 1 0,1-1 0,13-3 0,-20 2 0,0 1 0,1 0 0,-1-1 0,0 1 0,0-1 0,0 0 0,0 0 0,0 1 0,-1-1 0,1 0 0,-1-1 0,1 1 0,-1 0 0,0 0 0,1-1 0,-2 1 0,1 0 0,0-1 0,0 1 0,-1-5 0,3-5 0,-2 0 0,0-22 0,-1 33 0,1-17 0,-1 9 0,0 1 0,0-1 0,-1 0 0,-1-9 0,1 16 0,0 0 0,0 0 0,1 0 0,-1-1 0,0 2 0,0-1 0,0 0 0,-1 0 0,1 0 0,0 0 0,-1 1 0,1-1 0,-1 0 0,0 1 0,1 0 0,-2-1 0,2 1 0,-1 0 0,-1 0 0,2 0 0,-4-1 0,-16-7-90,15 6-26,0 0 0,0 1 0,0-1 0,0 2 0,-1-1 0,1 0 1,0 1-1,-1 0 0,1 1 0,-9-1 0,6 3-6710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 24575,'0'-1'0,"0"0"0,0 1 0,0-1 0,-1 1 0,1-1 0,-1 0 0,1 1 0,-1-1 0,1 0 0,-1 1 0,1 0 0,-1-1 0,0 0 0,1 1 0,-1 0 0,0-1 0,0 1 0,1-1 0,-1 1 0,0 0 0,0-1 0,0 1 0,1 0 0,-1 0 0,0 0 0,0 0 0,1 0 0,-3 0 0,0-1 0,0 1 0,0 0 0,1 0 0,-1 0 0,0 0 0,-5 1 0,5 0 0,2 0 0,-1 0 0,1 0 0,-1 0 0,1 0 0,-1 0 0,1 1 0,-1-1 0,1 0 0,0 1 0,-1-1 0,2 1 0,-2-1 0,1 1 0,1 0 0,-1-1 0,0 1 0,0 0 0,1 0 0,0-1 0,-1 1 0,1 0 0,0 0 0,-1 0 0,1-1 0,0 1 0,1 0 0,-1 0 0,1 1 0,-1 1 0,0-1 0,1 1 0,-1-1 0,2 1 0,-2-1 0,2 0 0,-1 1 0,0-2 0,1 1 0,0 1 0,-1-1 0,2-1 0,-1 1 0,5 4 0,7 2 0,-1 0 0,2-1 0,-1 0 0,1-2 0,0 0 0,1 0 0,0-1 0,28 5 0,-31-6 0,-1-1 0,0 2 0,-1 0 0,1 0 0,-1 1 0,0 0 0,-1 1 0,15 12 0,28 15 0,-50-32 0,0 0 0,-1 0 0,1 1 0,0-1 0,0 1 0,-1-1 0,0 0 0,0 1 0,0 1 0,0-1 0,0-1 0,1 5 0,-3-5 0,1-1 0,0 1 0,0 0 0,-1-1 0,1 0 0,-1 2 0,0-2 0,0 1 0,0-1 0,0 2 0,0-2 0,0 1 0,0-1 0,0 1 0,-1 0 0,1-1 0,-1 1 0,0 0 0,0-1 0,1 1 0,-1-1 0,0 1 0,0 0 0,0-1 0,-1 0 0,0 1 0,0 1 0,0-2 0,-1 0 0,0 1 0,1-1 0,0 0 0,-1 0 0,0 0 0,0 0 0,0-1 0,1 1 0,-1 0 0,0-1 0,-4 1 0,-42-3 0,30 1 0,-58 1 0,-32-2 0,108 2-49,-1 0 1,-1 0-1,1 0 0,0 0 0,-1 0 1,2-1-1,-1 0 0,-1 0 0,2 1 1,-1-1-1,-1 0 0,2 0 0,-1 0 1,0 0-1,0 0 0,1 0 0,-1-1 1,1 1-1,-1 0 0,1-1 0,-1 1 1,1-1-1,0 0 0,0 1 0,0-1 0,0 0 1,-1-3-1,-1-6-6777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1 249 24575,'4'0'0,"0"-1"0,-1 0 0,1 1 0,0-1 0,-1 0 0,1 0 0,0-1 0,-1 1 0,0 0 0,5-4 0,33-23 0,-17 12 0,28-13 0,-42 25 0,1-1 0,-2 0 0,1-1 0,-1 1 0,0-2 0,0 0 0,-1 0 0,12-12 0,-18 17 0,-1 1 0,0-1 0,0 0 0,1 0 0,-1 0 0,-1 0 0,2 0 0,-1 0 0,-1 0 0,0 0 0,1 0 0,-1-1 0,1 1 0,-1 0 0,0-1 0,0 1 0,0 0 0,0 0 0,-1 0 0,1 0 0,-1-3 0,-1 2 0,1 0 0,-1 1 0,0 0 0,0-1 0,0 1 0,1 0 0,-2 0 0,1 0 0,0 1 0,-1-1 0,0 0 0,1 0 0,-1 1 0,-4-2 0,0-1 0,0 2 0,0-1 0,-1 1 0,1 0 0,-1 1 0,1 0 0,-1 0 0,0 0 0,0 1 0,0 0 0,1 1 0,-13 1 0,15-1 0,1 1 0,-1 0 0,2 0 0,-2 0 0,1 0 0,0 1 0,1 0 0,-1-1 0,0 1 0,1 0 0,-1 1 0,1-1 0,0 1 0,1-1 0,-1 1 0,0 0 0,1-1 0,0 1 0,0 1 0,0-1 0,1 0 0,-2 4 0,0 9 0,-1-1 0,1 0 0,1 1 0,1 26 0,1-36 0,0 1 0,1-1 0,0 0 0,0 1 0,2-1 0,-1 1 0,0-1 0,1 0 0,1 0 0,-1 0 0,2-1 0,5 9 0,-2-5 0,1-1 0,0 1 0,1-1 0,0-1 0,1 0 0,17 11 0,-4-2 0,-21-14 0,0 0 0,0 0 0,1-1 0,-1 1 0,1-1 0,0-1 0,-1 1 0,1 0 0,8 2 0,4 1 0,1 1 0,29 14 0,-29-11 0,35 11 0,-36-16 0,-1 0 0,0 0 0,0-1 0,1-2 0,-1 0 0,1 1 0,28-4 0,-41 2 0,-1 0 0,0-1 0,1 0 0,-1 1 0,0-1 0,1 0 0,-1 0 0,0 0 0,0 0 0,0-1 0,1 1 0,-2 0 0,2-1 0,-2 1 0,1-1 0,0 0 0,-1 0 0,1 1 0,-1-1 0,1 0 0,-1-1 0,1-1 0,3-6 0,-1 0 0,0-1 0,3-17 0,2-5 0,2 4-102,-4 14-150,-1-1-1,-1 0 0,0 1 1,4-34-1,-9 37-6573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3 24575,'-1'9'0,"0"0"0,-1 0 0,0 1 0,0-2 0,-7 14 0,5-11 0,0-1 0,1 2 0,-3 12 0,4 12 0,1-24 0,1 1 0,-2 0 0,0-1 0,-5 14 0,1-6 0,1 1 0,1 0 0,-3 39 0,8 65 0,0-50 0,-1-65 0,0-7 0,-1-1 0,1 1 0,-1 0 0,1-1 0,1 1 0,-1 0 0,0 0 0,1-1 0,-1 1 0,1 0 0,1 3 0,-2-6 0,1 0 0,-1 0 0,1 0 0,-1 0 0,0 0 0,1 0 0,-1 0 0,0 0 0,0 0 0,0-1 0,1 1 0,-1 0 0,1 0 0,-1 0 0,0-1 0,1 1 0,-1 0 0,0 0 0,0 0 0,0 0 0,0 0 0,0-1 0,1 1 0,-1 0 0,0-1 0,0 1 0,0 0 0,1 0 0,-1 0 0,0-1 0,0 1 0,0-1 0,0 1 0,0 0 0,0 0 0,0 0 0,0-1 0,0 1 0,0-1 0,0 0 0,4-15 0,-4 14 0,6-19 0,-2 7 0,-1-1 0,0-1 0,0-16 0,-1 15 0,0 0 0,1 0 0,9-26 0,4-18 0,-10 29 0,-2 19 0,-2 0 0,2-21 0,-1 4 0,2 0 0,1 0 0,2 1 0,14-38 0,-21 64 0,1 0 0,-1 0 0,1 0 0,-1 0 0,2 0 0,-2 0 0,1 1 0,1-1 0,-1 1 0,0-1 0,1 1 0,0 0 0,0 0 0,4-3 0,-5 4 0,0 0 0,-1 1 0,2-1 0,-2 0 0,2 0 0,-2 1 0,1 0 0,0 0 0,0-1 0,0 1 0,0 0 0,-1 0 0,2 0 0,-2 0 0,2 1 0,-2-1 0,1 0 0,0 1 0,0-1 0,0 1 0,-1 0 0,1-1 0,0 2 0,-1-2 0,1 1 0,0 0 0,-1 0 0,4 3 0,-3-2 0,-1 1 0,1-1 0,0 0 0,0 1 0,-2-1 0,2 0 0,0 1 0,-2-1 0,1 1 0,1 0 0,-2 0 0,0 0 0,1-1 0,0 5 0,-3 44 0,1-31 0,0 13 0,-1 6 0,4 44 0,2-73 0,0-12 0,3-17 0,-6 6 0,1 0 0,1 1 0,0-1 0,0 1 0,9-18 0,-5 15 0,-4 6 0,1 1 0,1 0 0,-1-1 0,2 1 0,0 0 0,0 0 0,0 1 0,8-8 0,-4 7 0,1 0 0,-1 0 0,1 1 0,17-8 0,-21 13 0,-1-1 0,1 0 0,0 1 0,0 0 0,0 0 0,0 0 0,1 2 0,-1-2 0,12 2 0,-16 0 0,0 1 0,-1 0 0,1-1 0,-1 1 0,0 0 0,1 1 0,0-1 0,-1 0 0,0 0 0,1 1 0,-1 0 0,-1-1 0,2 1 0,-1 0 0,-1 0 0,1 0 0,0 0 0,-1 0 0,1 0 0,-1 1 0,1-1 0,-2 0 0,3 5 0,0 2 0,1 0 0,-1 1 0,0 0 0,1 17 0,-1-5 0,2-1 0,14 41 0,4 20 0,-21-72 0,0 2 0,0 1 0,1-1 0,1 0 0,6 13 0,-9-22 0,0-1 0,0 0 0,1 1 0,-1-1 0,1 0 0,0 1 0,-1-1 0,2 0 0,-2-1 0,2 1 0,-1 0 0,0 0 0,0-1 0,1 1 0,-1-1 0,1 0 0,-1 1 0,1-2 0,0 2 0,0-1 0,-1-1 0,1 1 0,0-1 0,0 1 0,4-1 0,-5 0 0,0 0 0,0 0 0,0-1 0,0 0 0,0 1 0,0 0 0,0-1 0,0 0 0,0 0 0,0 0 0,-1 0 0,1 0 0,-1 0 0,2 0 0,-2-1 0,1 1 0,2-3 0,22-33 0,-9 13 0,-9 12 0,1 0 0,-2-1 0,0 1 0,-1-1 0,6-18 0,8-16 0,-12 31-341,0-1 0,-2-1-1,7-23 1,-11 28-6485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24575,'0'326'-1365,"0"-314"-5461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24575,'0'474'0,"2"-454"0,0 0 0,5 20 0,-1-5 0,1 1 0,-4-17 0,3 28 0,-3-24 0,1 1 0,7 26 0,-5-26 0,5 47 0,-3-20 0,-5-37 0,2 28 0,-4 14 0,1-50-1365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607 897 24575,'0'-4'0,"-1"0"0,0 1 0,1-1 0,-1 1 0,-1-1 0,2 1 0,-2 0 0,1-1 0,-2 1 0,2 0 0,-1 0 0,-1 0 0,-4-4 0,-4-5 0,-25-18 0,21 18 0,1 0 0,-9-7 0,-1 0 0,0 2 0,-32-19 0,41 29 0,-1 0 0,1 0 0,-30-7 0,36 12 0,2 0 0,-2 1 0,1-1 0,0 2 0,-1 0 0,1 0 0,0 0 0,-1 0 0,-14 5 0,17-4 0,0 1 0,1 0 0,0 0 0,-1 1 0,1-1 0,0 2 0,1-1 0,-1 0 0,0 1 0,1-1 0,-6 8 0,-3 3 0,1 0 0,-10 19 0,10-16 0,-1 1 0,1 1 0,-15 34 0,24-47 0,1 0 0,0 1 0,0 0 0,0-1 0,1 1 0,1-1 0,-1 1 0,0 0 0,2 0 0,-1 0 0,1 0 0,-1-1 0,3 7 0,0-7 0,0 0 0,0 0 0,0-1 0,1 1 0,-1-1 0,1 0 0,8 8 0,35 30 0,-41-40 0,-2 0 0,2 0 0,-1 0 0,1-1 0,-1 1 0,1-1 0,0 0 0,0-1 0,0 1 0,11 0 0,5 0 0,35-1 0,-51-1 0,0-1 0,1 1 0,-1-1 0,0 0 0,0-1 0,0 0 0,0 0 0,7-3 0,4-3 0,21-15 0,-35 21 0,7-6 0,-1 1 0,0-1 0,-1 0 0,13-15 0,-5 4 0,-11 13 0,-1 0 0,0-1 0,0 1 0,-1 0 0,0-1 0,0 0 0,-1 0 0,1 0 0,0-10 0,1-5 0,0-40 0,-5-278 0,1 330 0,-1 1 0,-1 0 0,-3-13 0,-3-22 0,-2-5 0,7 35 0,1 0 0,-1-16 0,2-6 0,1 8 0,-1 0 0,-7-35 0,4 20 0,4 34 0,-1 0 0,-1 0 0,1 0 0,-4-13 0,2 17 0,0 5 0,0 12 0,2 17 0,1 193 0,2-206 0,0 1 0,1-1 0,1 0 0,1 1 0,9 20 0,4 13 0,-13-33 0,-1-6 0,-1 1 0,0 0 0,-1 0 0,1 17 0,-1-16 0,-1 0 0,1-2 0,1 2 0,8 18 0,2 13 0,11 34 0,2 12 0,-18-61 0,-5-19 0,0 1 0,1 18 0,-2-16-170,-1-1-1,2 1 0,0 0 1,2-1-1,-1 1 0,1-1 1,11 18-1,-11-21-6655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1 24575,'-10'11'0,"0"1"0,1 0 0,-13 23 0,13-22 0,2 1 0,0 0 0,1 1 0,-9 28 0,10-24 0,-16 34 0,14-37 0,2 0 0,-1 0 0,-4 28 0,5-21 0,-8 24 0,6-26 0,-4 26 0,7-26 0,-12 29 0,14-45 0,1 1 0,-3-1 0,2-1 0,-1 1 0,0 0 0,-1-1 0,1 1 0,-1 0 0,0-1 0,-9 7 0,6-7 0,0 1 0,0-1 0,-1 0 0,1-1 0,-2 0 0,2 0 0,-11 2 0,-21 7 0,24-7 0,0-1 0,1 0 0,-2-1 0,1 0 0,-23 0 0,30-3 0,-1 0 0,0 0 0,0-1 0,1 1 0,-17-5 0,22 3 0,0 2 0,0-2 0,1 1 0,-1-1 0,1 1 0,0 0 0,-1-1 0,0 0 0,1 0 0,0 0 0,0 0 0,0 0 0,0 0 0,1 0 0,-1-1 0,1 1 0,-1 0 0,1-1 0,0 0 0,-2-5 0,-4-14 0,-8-45 0,9 31 0,2 18 0,1 0 0,2 0 0,-1-29 0,2 42 0,1 1 0,-1-1 0,1 1 0,0-1 0,1 1 0,-1 0 0,1-1 0,-1 0 0,1 1 0,1 1 0,-1-2 0,1 1 0,-1 1 0,1-1 0,1 1 0,-1-1 0,1 1 0,0 0 0,4-3 0,-1 1 0,1 2 0,-1-1 0,1 2 0,0-1 0,0 0 0,0 1 0,0 1 0,0-1 0,0 1 0,1 0 0,-1 1 0,0-1 0,1 2 0,14 1 0,-18 0 0,0 0 0,0 0 0,-1 0 0,1 1 0,-1-1 0,1 1 0,-1 0 0,0 0 0,0 0 0,4 4 0,-3-2 0,0 0 0,1-1 0,0 1 0,10 4 0,-8-4 0,0-1 0,0 1 0,-1 1 0,0 0 0,0 0 0,9 11 0,-8-9 0,-1 0 0,2 0 0,17 11 0,-16-13 0,-1 1 0,13 13 0,-15-14 0,-1 1 0,1-2 0,1 1 0,-1-1 0,11 6 0,-11-8 0,0 2 0,0 0 0,-1 0 0,1 0 0,6 8 0,11 8 0,8 12-1365,-23-28-5461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24575,'0'6'0,"-1"0"0,-1 0 0,1 0 0,-1 0 0,0 0 0,0-1 0,0 1 0,-1 0 0,-1-1 0,1 0 0,0 0 0,-7 6 0,4-2 0,0-1 0,0 1 0,-5 13 0,7-15 0,0 0 0,0 0 0,-1-1 0,0 0 0,0 1 0,-1-2 0,-7 8 0,-7 7 0,19-20 0,1 0 0,0 0 0,-1 0 0,1 1 0,0-1 0,0 0 0,0 1 0,0-1 0,0 0 0,0 0 0,-1 0 0,1 1 0,0-1 0,0 0 0,0 1 0,0-1 0,0 0 0,0 0 0,-1 1 0,1-1 0,0 0 0,0 1 0,0-1 0,1 1 0,-1-1 0,0 0 0,0 0 0,0 1 0,0-1 0,1 1 0,8 3 0,23-3 0,-28-1 0,487-2 0,-484 2-273,-1-1 0,0 1 0,0-1 0,12-3 0,-6 1-6553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24575,'0'496'-1365,"0"-483"-5461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 24575,'-2'0'0,"0"1"0,0-1 0,-1 1 0,2 0 0,-2 0 0,1-1 0,1 1 0,-2 0 0,2 0 0,-1 0 0,0 1 0,1-1 0,-1 1 0,1-1 0,-1 0 0,0 1 0,1-1 0,0 1 0,0 0 0,0 0 0,-1-1 0,2 1 0,-1 0 0,-1 3 0,1-1 0,-1-1 0,1 2 0,0-2 0,0 1 0,0 0 0,1 0 0,-1-1 0,1 2 0,0-2 0,0 1 0,0 1 0,2 2 0,-2-5 0,1-1 0,0 0 0,0 1 0,0-1 0,1 1 0,-2-1 0,2 0 0,-1 1 0,0-1 0,1 0 0,-1 0 0,1 0 0,-1 0 0,1-1 0,0 1 0,0 1 0,-1-2 0,1 0 0,0 1 0,-1 0 0,1-1 0,0 0 0,0 0 0,3 0 0,8 1 0,-1 0 0,22-3 0,-18 0 0,-1 2 0,-5-1 0,0 1 0,-1 0 0,14 2 0,-19-2 0,-1 1 0,0 0 0,0 0 0,0-1 0,0 2 0,0-1 0,0 1 0,0-1 0,0 1 0,0 0 0,0 0 0,-1 0 0,4 3 0,-2 0 0,0-1 0,0 1 0,0 0 0,0-1 0,-1 2 0,0-1 0,-1 1 0,0-1 0,4 11 0,-4-4 0,0-1 0,-1 1 0,-1 23 0,1 16 0,-4 37 0,3-83 0,-2-1 0,1 0 0,0 0 0,-1 0 0,1 0 0,-1 0 0,-1 0 0,1-1 0,0 1 0,-1-1 0,0 1 0,0-1 0,0 1 0,-6 3 0,-13 17 0,20-22 0,0 0 0,-1 1 0,1-2 0,-1 1 0,1 0 0,-1 0 0,0 0 0,0-1 0,0 1 0,0-2 0,0 2 0,0-1 0,0 0 0,0 0 0,0-1 0,-6 1 0,6 0 0,1-1 0,-1 0 0,0 0 0,1 0 0,-1 0 0,1-1 0,-1 1 0,1-1 0,-1 1 0,1-1 0,0 0 0,-1 0 0,1 0 0,0 0 0,-1 0 0,1 0 0,0-1 0,0 1 0,0-1 0,1 0 0,-5-3 0,-4-11 0,0-1 0,1-1 0,0 0 0,2-1 0,-10-36 0,14 39-32,1 0-1,0 0 1,1 0 0,2-24-1,0 11-1170,-1 15-5623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24575,'0'-1'0,"0"0"0,1 1 0,-1-1 0,1 0 0,-1 1 0,0-1 0,0 0 0,1 1 0,0 0 0,0-1 0,-1 0 0,0 1 0,1-1 0,0 1 0,0 0 0,-1-1 0,0 1 0,1-1 0,0 1 0,0 0 0,-1 0 0,1 0 0,0-1 0,0 1 0,-1 0 0,1 0 0,1 0 0,26-3 0,-24 2 0,14-1 0,0 0 0,1-3 0,-1 1 0,21-8 0,36-9 0,-50 14-1365,-14 3-5461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45 24575,'-12'0'0,"0"-1"0,1 2 0,-1-1 0,-18 4 0,27-3 0,-1-1 0,1 2 0,0-1 0,0 0 0,1 0 0,-1 1 0,0-1 0,0 1 0,0-1 0,1 1 0,-1 0 0,1 0 0,-1 0 0,2 0 0,-1 1 0,-1-1 0,-1 5 0,2-5 0,2 0 0,-1-1 0,0 1 0,0 0 0,1-1 0,0 1 0,-1 0 0,1-1 0,-1 1 0,1 0 0,0 0 0,0 0 0,0-1 0,0 1 0,0 0 0,1 0 0,-1-1 0,1 1 0,-1 0 0,1-1 0,-1 1 0,2 0 0,-2-1 0,1 0 0,0 1 0,0 0 0,0-1 0,2 2 0,-1-1 0,1 0 0,0 0 0,0 0 0,0 1 0,0-2 0,0 0 0,0 1 0,0-1 0,1 1 0,-1-2 0,0 2 0,1-2 0,-1 1 0,7 0 0,-7-1 0,60 2 0,-58-2 0,-1 0 0,0-1 0,0 0 0,0 1 0,0-1 0,0 0 0,0 0 0,0 0 0,0-1 0,-1 1 0,1-1 0,5-3 0,-7 2 0,0 0 0,0 1 0,0-1 0,0 0 0,-1 1 0,0-1 0,0 0 0,0 0 0,1 0 0,-2 0 0,0-1 0,1 2 0,0-1 0,-1-1 0,0 2 0,0-2 0,-1-4 0,0 0 0,0-1 0,-1 0 0,0 0 0,-6-16 0,7 24-124,-1-1 0,2 0 0,-1 1 0,0-1 0,0 1 0,-1 0-1,1-1 1,0 1 0,-1-1 0,-2 0 0,-4-4-6702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24575,'1'1'0,"0"1"0,-1-1 0,2 0 0,-1 0 0,0 1 0,0-2 0,0 2 0,1-1 0,-1 0 0,1 0 0,-1-1 0,1 1 0,-1 0 0,1-1 0,0 1 0,-1 0 0,4 0 0,1 1 0,8 4 0,1-1 0,-1-1 0,1 0 0,0-2 0,0 1 0,0-1 0,18 0 0,-15 0 0,0 1 0,0 1 0,25 8 0,10 3 0,-33-11-341,0-2 0,1 0-1,35-1 1,-41-1-6485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24575,'8'1'0,"1"1"0,-2-1 0,2 1 0,13 6 0,-15-5 0,77 33 0,-69-31 0,5 2 0,0 1 0,18 9 0,-32-14 0,-2 0 0,1 0 0,-1 0 0,1 0 0,-1 1 0,0 0 0,0-1 0,0 1 0,-1 1 0,1-1 0,-1 0 0,4 9 0,-5-8 0,0 0 0,0 1 0,-1-1 0,0 1 0,0-1 0,-1 1 0,0-1 0,0 1 0,0-1 0,0 1 0,-1 0 0,0-1 0,-3 9 0,-2 3 0,-1 0 0,-18 28 0,22-38 0,-1-1 0,-1 0 0,0 0 0,-7 8 0,-10 10 0,16-15 0,0-1 0,-1 0 0,0 0 0,-1-1 0,0 0 0,0 0 0,-11 7 0,16-12 7,0 1 0,0 0 0,0 0 0,1 0 0,0 0 0,-1 0 0,1 0 0,1 1 0,-1-1 0,0 1 0,-1 6 0,-9 15-1456,6-17-5377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24575,'0'418'0,"-1"-435"0,2-1 0,1 0 0,6-29 0,-5 30 0,0-2 0,-1 2 0,-1-23 0,-2 22 0,2 0 0,0 0 0,6-21 0,23-72 0,-28 107 0,-1 1 0,0-1 0,2 1 0,-2 0 0,1-1 0,0 1 0,0 0 0,1 0 0,-1 0 0,1 1 0,0-1 0,0 0 0,5-3 0,-6 5 0,-1 0 0,2 1 0,-2-1 0,1 0 0,-1 0 0,1 1 0,0 0 0,-1 0 0,2-1 0,-2 1 0,1 0 0,0 0 0,0 0 0,0 0 0,-1 0 0,2 0 0,-2 1 0,1-1 0,0 0 0,-1 1 0,1 0 0,-1 0 0,2-1 0,-2 1 0,1 0 0,-1 0 0,1 0 0,-1 0 0,1 0 0,-1 0 0,2 3 0,8 8 0,-1 0 0,0 1 0,-2-1 0,1 2 0,9 23 0,2 1 0,-14-24 0,0 0 0,-1 0 0,0 0 0,4 28 0,-7-18 0,-1-1 0,-2 31 0,2 28 0,-1-80-105,0 0 0,0-1 0,0 1 0,1 0 0,-1-1 0,1 0 0,0 1 0,-1 0 0,1-1 0,0 1 0,1-1 0,0 2 0,5 4-6721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33 24575,'-21'0'0,"10"-1"0,-1 1 0,0 0 0,1 1 0,-1 0 0,-14 4 0,23-4 0,0 0 0,1 0 0,-1-1 0,0 2 0,1-1 0,0 1 0,-1-1 0,1 0 0,0 1 0,0 0 0,0 0 0,0-1 0,0 1 0,0 1 0,0-1 0,1 0 0,-1 0 0,2 1 0,-2-1 0,1 0 0,0 1 0,0-1 0,0 1 0,1-1 0,0 0 0,-1 1 0,0 3 0,1 105 0,2-51 0,-2-53 0,0-1 0,0 0 0,1 1 0,0-1 0,0 0 0,1 0 0,-1 0 0,2 0 0,4 11 0,-4-15 0,-2 1 0,1-1 0,1 1 0,-1-1 0,0 0 0,0 1 0,1-1 0,0 0 0,0 0 0,0 0 0,0-1 0,0 1 0,0-1 0,0 0 0,0 1 0,0-1 0,1-1 0,-1 1 0,1 0 0,-1-1 0,4 1 0,26 0 0,1 0 0,35-5 0,-63 3 0,0 0 0,0-1 0,0 0 0,-1 0 0,1-1 0,-1 1 0,0 0 0,0-1 0,0-1 0,0 1 0,0 0 0,-1-1 0,0 0 0,1 0 0,5-9 0,-1 3 0,-1-1 0,0 0 0,-1 0 0,-1-1 0,9-19 0,-13 23 0,0-1 0,0 2 0,-1-1 0,1 0 0,-1 0 0,-1-1 0,0 2 0,0-2 0,-1 2 0,-1-2 0,1 2 0,-1-2 0,0 1 0,-1 1 0,0-1 0,0 1 0,-1-1 0,0 1 0,-8-11 0,8 13-76,1 0 1,0 0-1,-2 1 0,1 0 0,0 0 0,-1 0 0,1 0 0,-1 1 1,0-1-1,-1 1 0,1 0 0,0 0 0,-1 0 0,0 1 1,1 0-1,-1 0 0,-10-2 0,2 3-6750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31 24575,'0'-1'0,"0"-1"0,0 1 0,-1 0 0,1 0 0,-1-1 0,1 1 0,-1 0 0,1 0 0,0 0 0,-1-1 0,0 1 0,0 0 0,1 0 0,-2 0 0,1 0 0,1 1 0,-1-2 0,-1 1 0,2 1 0,-2-1 0,1 0 0,0 1 0,-1-1 0,2 0 0,-2 1 0,0-1 0,2 1 0,-2-1 0,-2 0 0,2 1 0,-1 0 0,1-1 0,0 1 0,-2 0 0,2 0 0,-1 0 0,1 0 0,0 0 0,-1 1 0,0-1 0,1 0 0,0 1 0,-1 0 0,0 0 0,1 0 0,-2 1 0,0 0 0,1 0 0,-1 0 0,1 0 0,0 1 0,0-1 0,0 1 0,1 0 0,-2 0 0,2 0 0,0-1 0,0 2 0,-1-1 0,2 0 0,-1 1 0,1-1 0,-1 1 0,1-1 0,0 1 0,0-1 0,0 1 0,1 0 0,0-1 0,-1 2 0,2 5 0,-1-6 0,0 0 0,0-1 0,1 1 0,0-1 0,1 1 0,-2 0 0,2-1 0,-1 0 0,1 1 0,0-1 0,0 0 0,0 1 0,0-2 0,0 1 0,1 0 0,0 0 0,5 4 0,5 3 0,1-1 0,-1-1 0,19 9 0,21 13 0,-47-25 0,0 0 0,0 0 0,0 1 0,-1 0 0,1 0 0,-2 0 0,1 1 0,-1 0 0,5 7 0,-8-10 0,1 1 0,-1-1 0,1 0 0,-1 0 0,0 0 0,0 1 0,-1-1 0,1 0 0,-1 0 0,0 1 0,-1-1 0,1 1 0,-1-1 0,0 0 0,0 0 0,-1 0 0,-2 8 0,2-10 0,1 1 0,-2-1 0,2-1 0,-1 1 0,0 0 0,0 0 0,0-1 0,-1 0 0,1 1 0,0-1 0,-1 1 0,0-2 0,1 1 0,-1 0 0,1 0 0,-4 1 0,-48 7 0,51-9 0,-51 7 0,26-2 0,-55 2 0,68-7 0,6 0 0,-1 0 0,1 0 0,-1-1 0,1-1 0,-13-2 0,18 4 0,1-1 0,1-1 0,-1 1 0,1 0 0,0-1 0,-1 1 0,0-1 0,1 0 0,0 1 0,0-1 0,0 0 0,0 0 0,0 0 0,1-1 0,-1 1 0,1 0 0,-1-1 0,1 1 0,0 0 0,-1-1 0,1 1 0,0-3 0,-11-30-1365,8 25-5461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24575,'17'0'0,"8"0"0,36-3 0,-52 2 0,1-1 0,-1 0 0,1-1 0,-2 0 0,1 0 0,0-1 0,10-5 0,-14 6 0,7-3 0,-2 0 0,1 0 0,-1-1 0,10-9 0,-16 13 0,-1-1 0,0 1 0,-1-1 0,1 0 0,-1 0 0,0 0 0,1 0 0,-2 1 0,1-2 0,-1 1 0,1-1 0,-1 1 0,0 0 0,0-7 0,0 0 0,0 0 0,0 0 0,-1 0 0,-1-1 0,-3-14 0,4 24 0,-1 0 0,0-1 0,0 1 0,1 0 0,-1 0 0,0 0 0,0 0 0,-1 0 0,1 0 0,0 0 0,-1 1 0,1-1 0,-2 0 0,2 1 0,-1-1 0,0 1 0,1-1 0,-2 1 0,1 0 0,0 0 0,-1 0 0,1 0 0,0 0 0,0 0 0,-1 0 0,1 1 0,0 0 0,0-1 0,-2 1 0,2 0 0,0 0 0,0 0 0,-4 0 0,4 0 0,0 1 0,-1-1 0,1 0 0,0 1 0,0 0 0,-1 0 0,1-1 0,0 1 0,0 0 0,-1 0 0,2 0 0,-2 0 0,2 1 0,-1-1 0,0 0 0,1 1 0,-2-1 0,2 1 0,-1 0 0,2 0 0,-2-1 0,0 1 0,2 0 0,-2 0 0,1 0 0,1 0 0,-1 0 0,0 0 0,0 0 0,1 0 0,0 3 0,-3 9 0,2-2 0,0 1 0,1 1 0,2 13 0,-2-10 0,1 4 0,-1-9 0,0-1 0,5 23 0,-5-30 0,1-1 0,1 1 0,-1-1 0,1 1 0,-1-1 0,2 1 0,-2-1 0,1 0 0,1 1 0,0-2 0,-1 1 0,1 0 0,3 3 0,18 13 0,-17-11 0,2-1 0,0 0 0,0 0 0,0-1 0,14 7 0,-12-10 0,1-1 0,-1 1 0,0-2 0,1 0 0,0-1 0,-1 1 0,1-2 0,17-1 0,12 0 0,-15 3-112,-14 0 192,0-1 0,24-3 0,-33 3-163,-1 0 0,2-1 0,-2 0 0,1 1 0,0-2 0,-1 2 0,0-2 0,1 1 0,0 0 0,-1 0 0,0-1 1,1 0-1,-1 1 0,0-1 0,0 0 0,0 0 0,3-3 0,-3 0-6743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187 477 24575,'-13'0'0,"-3"-1"0,0 2 0,-18 2 0,29-2 0,-1 0 0,1 0 0,0 1 0,0 0 0,0-1 0,0 1 0,0 1 0,0-1 0,0 1 0,-4 3 0,-1 1 0,8-5 0,-1 0 0,1-1 0,-1 1 0,0 0 0,1 0 0,0 1 0,-1-1 0,1 0 0,1 1 0,-2-1 0,2 1 0,-1-1 0,1 0 0,-1 1 0,2 0 0,-2 0 0,1 0 0,1-1 0,-1 1 0,1 1 0,-1 3 0,1 101 0,2-44 0,-2-59 0,0 0 0,1 0 0,0-1 0,0 1 0,1 0 0,-1-1 0,2 1 0,-1-1 0,0 0 0,0 0 0,2 1 0,-2-1 0,2 0 0,4 5 0,-3-3 0,1-1 0,0-1 0,0 1 0,0-1 0,0 0 0,0 0 0,1-1 0,0 1 0,12 3 0,-3-5 0,-1 1 0,1-1 0,0-1 0,0 0 0,0-1 0,19-2 0,14 0 0,-44 2 0,1 0 0,-1 0 0,1 0 0,-1-1 0,1 0 0,-1 0 0,0 0 0,1 0 0,-1-1 0,-1 0 0,2 0 0,-1 0 0,0 0 0,-1-1 0,1 0 0,-1 0 0,0 0 0,6-5 0,14-13 0,-18 17 0,0-2 0,0 2 0,-1-2 0,0 0 0,0 1 0,0-2 0,-1 1 0,1 0 0,4-11 0,-2 0 0,0 2 0,19-29 0,-20 33 0,-1 0 0,0 0 0,0 0 0,-2-1 0,6-22 0,4-18 0,-7 35 0,-2 1 0,-1 0 0,0-1 0,0-20 0,-3-71 0,-2 40 0,2 39 0,-3-77 0,2 94 0,-2 0 0,1-1 0,-2 1 0,0 0 0,1 0 0,-10-15 0,13 26 0,0 1 0,0 0 0,0 0 0,0-1 0,0 1 0,0-1 0,0 1 0,-1 0 0,1-1 0,0 1 0,0-1 0,-1 1 0,1 0 0,0 0 0,-1 0 0,1-1 0,0 1 0,0-1 0,0 1 0,-1 0 0,1-1 0,0 1 0,-1 0 0,1 0 0,-1 0 0,1 0 0,0 0 0,-1 0 0,1 0 0,-1-1 0,1 1 0,-1 0 0,1 0 0,0 0 0,0 0 0,-2 0 0,1 1 0,1 0 0,-1 0 0,1 0 0,-1 0 0,1 0 0,-1 0 0,1 0 0,-1 0 0,1 1 0,0-2 0,0 2 0,0 0 0,-2 38 0,2-40 0,-1 16 0,-1-1 0,-3 19 0,1-18 0,-1 32 0,5-47 0,-1 51 0,2 0 0,10 53 0,7 26 0,-2-48 0,1-7 0,-14-59 0,-1 1 0,1 32 0,-3-32 0,0-2 0,2 1 0,4 18 0,-1-4 0,1 5 0,-6-36 0,0 0 0,0 0 0,0 1 0,0-1 0,0 0 0,0 0 0,0 1 0,0-1 0,0 0 0,0 0 0,0 0 0,0 1 0,0-1 0,0 0 0,0 0 0,0 0 0,0 0 0,0 0 0,0 0 0,1 0 0,-1 0 0,0 0 0,0 0 0,0 0 0,1 0 0,-1 0 0,0 1 0,0-1 0,0 0 0,1 0 0,-1 0 0,0 0 0,0 0 0,0 0 0,0 0 0,0 0 0,0 0 0,0 0 0,1 0 0,-1 0 0,0 0 0,0-1 0,1 1 0,-1 0 0,0 0 0,0 0 0,0 0 0,1 0 0,-1 0 0,0 0 0,0 0 0,0 0 0,0 0 0,0 0 0,0 0 0,0-1 0,10-12 0,7-18 0,-9 7 4,-6 19-200,-1-1 1,2 1-1,-1 0 1,0 0-1,1 0 1,3-5-1,1 2-6630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64 24575,'0'-2'0,"0"-1"0,0 0 0,0 0 0,-1 0 0,0 1 0,1-1 0,-1 0 0,1 0 0,-2 0 0,1 1 0,0 0 0,-1-1 0,1 1 0,-1-1 0,-2-3 0,1 4 0,0 0 0,1 1 0,0-1 0,-1 0 0,0 1 0,0 0 0,0 0 0,0 0 0,0 0 0,0 0 0,0 0 0,0 0 0,0 1 0,0 0 0,-4 0 0,1 0 0,1-1 0,-1 1 0,1 1 0,-1-1 0,0 0 0,1 2 0,-1-1 0,1 0 0,0 1 0,-8 3 0,11-4 0,-1 1 0,0-1 0,1 1 0,0 0 0,0 0 0,-1 0 0,1 0 0,0 0 0,0 0 0,1 0 0,-1 0 0,1 1 0,-1-1 0,1 1 0,0 0 0,0 0 0,0-1 0,0 1 0,1-1 0,-2 6 0,-1 26 0,-4 17 0,4-37 0,1 0 0,1 1 0,-1-1 0,2 0 0,0 0 0,1 0 0,3 18 0,-2-29 0,-1 0 0,0 0 0,1 0 0,0-1 0,-1 1 0,2-1 0,-2 1 0,2 0 0,-1-1 0,1 0 0,4 4 0,34 22 0,-31-23 0,-4-1 0,1-1 0,0 1 0,1-1 0,-1 0 0,0 0 0,1-1 0,-1 0 0,10 1 0,-14-2 0,0-1 0,1 0 0,-1 0 0,0 0 0,1 0 0,-1 0 0,0-1 0,1 0 0,-1 1 0,0-1 0,0 0 0,0 0 0,0-1 0,0 1 0,0 0 0,0-1 0,-1 0 0,1 0 0,0 1 0,-1-1 0,5-5 0,-3 3 0,0-1 0,1 1 0,-2-1 0,1 0 0,-1 0 0,0 0 0,0 0 0,0-1 0,0 0 0,-1 1 0,-1-1 0,1 1 0,-1-1 0,1 0 0,-1 0 0,0-9 0,-1 4 0,0-3 0,0 0 0,-4-26 0,2 35 0,1 0 0,0 1 0,-1-1 0,0 1 0,0 0 0,0 0 0,-1 0 0,0-1 0,1 2 0,-2-1 0,1 0 0,-5-4 0,-3-2-119,-20-16 370,29 25-345,0 0 1,0 0-1,0 0 1,0-1-1,0 2 1,0-1-1,0 0 0,0 1 1,-1-1-1,1 1 1,0-1-1,0 1 1,-1 0-1,2 0 1,-5 0-1,-3 2-6732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 24575,'-1'0'0,"0"0"0,1 1 0,-1-1 0,0 0 0,0 0 0,1 1 0,0-1 0,-1 1 0,0 0 0,0-1 0,0 0 0,1 1 0,0 0 0,-1-1 0,1 0 0,-1 1 0,1 0 0,-1-1 0,1 1 0,0 0 0,0 0 0,0-1 0,0 1 0,-1 0 0,1-1 0,0 1 0,0 1 0,-3 23 0,3-22 0,-2 9 0,2 1 0,0-1 0,4 23 0,-2-29 0,-1-1 0,1 0 0,-1 0 0,2 0 0,-1 0 0,1-1 0,-1 1 0,1 0 0,1-1 0,-1 0 0,8 8 0,24 28 0,-29-33 0,0 1 0,0 0 0,1-1 0,0 0 0,1-1 0,12 9 0,-5-5 0,22 19 0,-27-20 0,1-1 0,0 0 0,0 0 0,17 7 0,-27-14 0,1 0 0,-1-1 0,1 1 0,-1 0 0,0 0 0,1-1 0,-2 1 0,2 0 0,-1 0 0,0 0 0,0 0 0,0 1 0,0-1 0,0 0 0,0 0 0,-1 0 0,1 1 0,-1-1 0,1 1 0,0-1 0,-1 0 0,0 1 0,1 1 0,-2-2 0,1 0 0,0 0 0,0 1 0,0-2 0,-1 2 0,1-2 0,-1 2 0,0-2 0,1 1 0,0 1 0,-1-2 0,0 1 0,0 0 0,1-1 0,-1 2 0,-1-2 0,2 1 0,-1 0 0,0-1 0,0 1 0,0-1 0,-1 1 0,2-1 0,-1 1 0,-1-1 0,1 0 0,0 0 0,0 1 0,0-1 0,-3 0 0,-17 3 0,-1-2 0,1 0 0,-33-3 0,1 0 0,48 2 0,0-1 0,0 1 0,-1-1 0,2 0 0,-1 0 0,0-1 0,0 1 0,1-1 0,-8-3 0,-7-4 0,-15-2 0,26 9 0,1 0 0,0 0 0,0-1 0,0 0 0,0 0 0,0-1 0,-7-4 0,11 5 0,-9-6 0,-1 0 0,-15-19 0,25 27 0,2-1 0,-2 0 0,2 0 0,-1 0 0,1 0 0,-1-1 0,1 1 0,-1 0 0,2-1 0,-2 1 0,1-1 0,1 1 0,-1-1 0,1 0 0,-1 1 0,1-1 0,0 0 0,0 1 0,0 0 0,0-1 0,2-5 0,-2 7-85,0 0 0,1 0-1,0 0 1,0 0 0,-1 0-1,1 0 1,0 0 0,0 0-1,0 0 1,0 1 0,0-1-1,0 0 1,0 0 0,0 1-1,2-2 1,8-2-6741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1 263 24575,'9'0'0,"1"-2"0,-1 0 0,0 0 0,0-1 0,0 0 0,1 1 0,-2-3 0,15-6 0,-8 4 0,20-8 0,-20 9 0,-1-1 0,1 0 0,-1 0 0,14-10 0,-23 10 0,0 1 0,1 0 0,-2-1 0,1 0 0,-1 0 0,-1 0 0,1 0 0,-1 0 0,0 0 0,0-1 0,-2 0 0,3-15 0,-4 20 0,-1 1 0,1 0 0,-1 0 0,1 0 0,-1 1 0,0-1 0,0-1 0,0 1 0,-1 0 0,1 1 0,0-1 0,-1 0 0,1 0 0,-1 1 0,1-1 0,-1 1 0,0 0 0,1-1 0,-2 1 0,1 0 0,1 0 0,-2 0 0,1 0 0,-3-1 0,-3-1 0,0 0 0,0 0 0,0 1 0,0 0 0,-14-2 0,19 4 0,-1 0 0,0-1 0,1 1 0,0 1 0,-1-1 0,1 0 0,-1 1 0,1 0 0,-1 0 0,1-1 0,-1 2 0,1-1 0,0 0 0,0 1 0,0-1 0,0 1 0,0 0 0,0 0 0,1 0 0,-1 1 0,0-1 0,1 0 0,-2 4 0,1-2 0,-1 1 0,1 0 0,0 0 0,1 1 0,0-1 0,0 0 0,1 1 0,-1-1 0,1 1 0,0 0 0,1 0 0,-1 7 0,2 2 0,-2 0 0,0 0 0,-5 24 0,3-22 0,0-1 0,1 1 0,1 0 0,1 0 0,2 16 0,-1-30 0,-1 0 0,1 0 0,0-1 0,0 1 0,0 0 0,1-1 0,-2 1 0,2-1 0,0 1 0,0-1 0,-1 0 0,2 1 0,-1-1 0,0 0 0,0-1 0,1 2 0,-1-2 0,0 1 0,1 0 0,0-1 0,0 0 0,-1 1 0,5 0 0,6 3 0,0-2 0,1 1 0,23 3 0,-28-6 0,22 3 0,1-2 0,-1 0 0,60-6 0,-88 4 0,0 0 0,0 0 0,0-1 0,0 0 0,0 0 0,0 0 0,0 0 0,0 0 0,0 0 0,-1-1 0,1 1 0,-1-1 0,3-2 0,0 0 0,0-1 0,-1 0 0,0 0 0,4-7 0,7-7 0,-10 12 0,1 2 0,1-1 0,-1 1 0,1 0 0,12-6 0,20-17 0,-28 18-89,1 1 0,0 1 0,1 0 0,0 1 0,1 0 0,0 1 0,22-7 0,-22 7-564,-3 2-6173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24575,'-11'0'0,"0"0"0,1 0 0,0 0 0,-1 1 0,0 0 0,-15 5 0,23-6 0,1 1 0,-2 1 0,2-2 0,0 2 0,0-1 0,-1 0 0,1 1 0,0 0 0,0-1 0,0 1 0,0 0 0,0 0 0,1 0 0,-2 0 0,2 0 0,0 0 0,0 0 0,-1 1 0,1-1 0,0 0 0,0 1 0,0-1 0,1 1 0,0-1 0,-1 1 0,1 3 0,-1-1 0,2-2 0,-1 1 0,1 0 0,-1 0 0,1 0 0,0 0 0,0 0 0,0-1 0,1 2 0,0-2 0,-1 1 0,2-1 0,-1 1 0,0-1 0,1 1 0,3 3 0,7 5 0,2 1 0,21 16 0,-5-6 0,-12-6 0,-2 0 0,0 1 0,18 28 0,-15-22 0,-14-18 0,0 1 0,-2-1 0,1 1 0,-1 0 0,0 0 0,4 10 0,-2-3 0,-4-9 0,0 0 0,0 1 0,-1-1 0,2 11 0,-3-14 0,0 0 0,0 0 0,0-1 0,0 1 0,0 0 0,0 0 0,-1-1 0,1 1 0,-1 0 0,0-1 0,1 1 0,-2-1 0,1 1 0,1-1 0,-2 1 0,1 0 0,0-1 0,0 0 0,-3 2 0,0 0 0,1 0 0,0-1 0,-1 0 0,0 0 0,0 0 0,0 0 0,0 0 0,0-1 0,-1 1 0,2-1 0,-2 0 0,1-1 0,0 1 0,-1 0 0,1-1 0,-1 0 0,0 0 0,2 0 0,-2-1 0,1 0 0,-1 1 0,1-2 0,0 2 0,0-2 0,-1 1 0,2-1 0,-1 0 0,-1 0 0,1 0 0,1 0 0,0-1 0,-1 1 0,1-1 0,0 1 0,-4-5 0,2 2 14,1 0-1,0 0 0,0-1 0,0 1 1,0-1-1,1 0 0,0 0 1,-1-6-1,-1-4-508,1 1 0,-2-19 0,4 21-6331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24575,'0'341'0,"2"-325"0,-1-1 0,5 18 0,-3-16 0,2 26 0,-5-26 0,2 0 0,6 32 0,1-1 0,-7-34 0,1 1 0,0-1 0,9 22 0,26 53 0,-32-77 0,-2 0 0,1 1 0,-2-1 0,4 25 0,-4-23-273,1 0 0,0-1 0,1 0 0,13 25 0,-12-30-6553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24575,'24'-7'0,"-12"2"0,26-9 0,-29 10 0,0 1 0,0 0 0,1 0 0,-1 1 0,1 0 0,12-2 0,14 2 0,1-1 0,-1-3 0,43-11 0,-66 13-1365,-4 0-5461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24575,'-1'60'0,"2"66"0,7-85 0,-8-38 0,1 1 0,0-1 0,1 0 0,-1 0 0,1 1 0,-1-2 0,1 1 0,0 0 0,4 5 0,-6-8 0,0 0 0,1 0 0,-1 0 0,0 0 0,0 0 0,0 0 0,0 0 0,0 0 0,0 0 0,0 0 0,0 0 0,0 0 0,0 0 0,0 0 0,0 0 0,0 0 0,0 0 0,0 0 0,1 0 0,-1 0 0,0 0 0,0 0 0,0 0 0,0 0 0,0 0 0,0 0 0,1 0 0,-1 0 0,0 0 0,0 0 0,0 0 0,0 0 0,0 0 0,0 0 0,0 0 0,1 0 0,-1 0 0,0 0 0,0 0 0,0 0 0,0 0 0,0 0 0,0 0 0,0 0 0,0-1 0,0 1 0,0 0 0,0 0 0,0 0 0,0 0 0,0-1 0,2-7 0,0-10 0,-6-8 0,0 0 0,-17-50 0,7 42 0,9 25 0,1-1 0,-5-19 0,8 27-68,1 1 0,0 1-1,0-1 1,0 0 0,0 0 0,0 0-1,0 1 1,0-1 0,0-1 0,1 2-1,-1-1 1,0 0 0,1 1 0,-1-1-1,0 0 1,0 1 0,1-2-1,0 1 1,0 0 0,5-4-6758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28 24575,'-3'-3'0,"-1"1"0,0 1 0,0-1 0,0 0 0,0 0 0,0 1 0,0 0 0,-1 0 0,1 0 0,-7 0 0,-13-4 0,20 4 0,0 0 0,-1 0 0,1-1 0,-1 2 0,1 0 0,0-1 0,-1 1 0,1 0 0,-8 1 0,9-1 0,1 1 0,0 1 0,-1-2 0,1 1 0,0 0 0,0 1 0,0-2 0,0 2 0,0-1 0,0 1 0,0 0 0,1-1 0,-1 1 0,1 0 0,-1-1 0,1 1 0,0 0 0,0 0 0,-2 3 0,-1 6 0,-1 0 0,1 0 0,1 0 0,0 1 0,1 0 0,1 0 0,0 0 0,0 0 0,1 0 0,4 23 0,-3-30 0,0 0 0,1 0 0,-1 0 0,1-1 0,1 1 0,-1 0 0,0-1 0,1 1 0,0-1 0,0 1 0,1-1 0,-1-1 0,1 2 0,1-2 0,-2 1 0,9 4 0,7 4 0,0-2 0,35 17 0,-48-25 0,3 2 0,0 0 0,0 0 0,0-1 0,1 0 0,-1-1 0,1 0 0,0 0 0,0-1 0,0 0 0,0-1 0,18-1 0,-26 1 0,-1 0 0,2 0 0,-2-1 0,1 0 0,0 0 0,0 1 0,-1-1 0,1 0 0,-1 0 0,1 0 0,-1 0 0,1 0 0,-1 0 0,1-1 0,-1 2 0,0-2 0,1 1 0,-2-1 0,1 1 0,1 0 0,-2-1 0,1 0 0,0 1 0,0-1 0,-1 0 0,0 1 0,1-1 0,-1 0 0,0 1 0,1-3 0,0-8 0,-1 1 0,0-1 0,-2-18 0,1 9 0,0 7 0,0 0 0,0 1 0,-2 0 0,0-1 0,0 2 0,-10-26 0,10 35-114,1 0 1,0 1-1,-1-1 0,1 1 0,-1 0 1,1-1-1,-1 1 0,0 0 0,0 0 1,0 1-1,-4-3 0,-2 0-6712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24575,'0'-3'0,"0"-2"0,0-5 0,0-2 0,0-2 0,0-1 0,0-1 0,0 0 0,0 0 0,0 0 0,3 3 0,4 3 0,4 4 0,-2 0 0,1 1-8191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24575,'0'10'0,"0"29"0,2-25 0,-2-12 0,1-3 0,16-37 0,21-45 0,-33 76 0,-1 0 0,0-1 0,-1 0 0,0 1 0,0-1 0,2-14 0,-3 15 0,-1 1 0,1 0 0,1-1 0,-1 1 0,1 1 0,0-1 0,0 0 0,1 1 0,0-1 0,-1 1 0,2 0 0,0 0 0,-1 0 0,1 1 0,1-1 0,-1 1 0,0 1 0,13-8 0,-9 8 0,-1 0 0,1 0 0,1 0 0,-1 2 0,0-1 0,11 0 0,-17 1 0,0 1 0,0 0 0,0 1 0,0-1 0,0 0 0,0 0 0,-1 1 0,1 0 0,0 0 0,-1 0 0,2 0 0,-2 0 0,1 0 0,-1 1 0,0-1 0,1 1 0,-1 0 0,0 0 0,1-1 0,-1 1 0,-1 0 0,2 1 0,0 3 0,6 8 0,-2 0 0,-1 0 0,0 1 0,6 27 0,3 9 0,6 25 0,4 9 0,-19-68 0,6 32 0,-5-16 0,-5-15 0,-2-15 0,0 0 0,0 0 0,0 0 0,1-1 0,-1 1 0,1 0 0,-1 0 0,1 0 0,1-1 0,-2 1 0,2-1 0,2 5 0,-4-7 0,1 1 0,-1-1 0,1 0 0,-1 0 0,1 1 0,-1-1 0,0 0 0,1 0 0,-1 0 0,1 0 0,-1 0 0,1 0 0,-1 0 0,1 0 0,-1 0 0,0 0 0,1 0 0,-1 0 0,1 0 0,0 0 0,-1 0 0,0-1 0,0 1 0,1 0 0,-1 0 0,1-1 0,-1 1 0,1 0 0,-1 0 0,0 0 0,0 0 0,1-2 0,14-12 0,-9 7 0,-3 4-227,1 0-1,0 0 1,0 0-1,0 1 1,7-5-1,0 3-6598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441 247 24575,'0'-5'0,"-1"0"0,0 1 0,0-1 0,0 0 0,0 1 0,-1 0 0,0 0 0,-1-1 0,2 1 0,-2 0 0,1 0 0,-1 1 0,-3-5 0,-8-7 0,-29-23 0,21 19 0,2 1 0,-2 2 0,0 0 0,0 1 0,-51-23 0,70 37 0,0 0 0,0-1 0,0 2 0,0-1 0,0 0 0,-1 0 0,1 1 0,0 0 0,0-1 0,0 1 0,0 0 0,-1 1 0,1-1 0,0 0 0,-1 1 0,1 0 0,0 0 0,0-1 0,0 2 0,0-1 0,0 0 0,0 1 0,0-1 0,0 1 0,0 0 0,1 0 0,0-1 0,-1 1 0,1 1 0,0-1 0,-3 3 0,-2 4 0,0 0 0,0 1 0,1 0 0,1 0 0,-1 1 0,2-1 0,-5 14 0,0 2 0,-5 39 0,12-55 0,1 1 0,0-1 0,1 1 0,0-1 0,1 1 0,4 18 0,-3-23 0,-1-1 0,1 0 0,1 0 0,-1 1 0,0-1 0,1-1 0,1 1 0,-1 0 0,1-1 0,0 1 0,0-1 0,0-1 0,7 7 0,-4-6 0,2 1 0,0 0 0,-1-1 0,1 1 0,0-2 0,1 0 0,11 3 0,21 7 0,-20-6 0,35 7 0,-51-13 0,-1 0 0,0 0 0,1-1 0,0 0 0,-1 0 0,0 0 0,1-1 0,-1 0 0,0 1 0,1-2 0,9-2 0,-12 2 0,0 0 0,0 0 0,-1 0 0,0 0 0,1 0 0,0-1 0,-1 1 0,0-1 0,0 1 0,0-1 0,0 0 0,-1 0 0,2-2 0,16-44 0,-17 44 0,3-9 0,0-2 0,-2 1 0,0-1 0,-1 1 0,-1-30 0,-1 36 0,1 6 0,-1-2 0,0 2 0,0-1 0,0 0 0,-1 1 0,1-2 0,-1 2 0,0-1 0,0 0 0,0 1 0,-1-1 0,-3-5 0,5 9 0,0-1 0,0 1 0,0 0 0,-1 0 0,1 0 0,0 0 0,0-1 0,0 1 0,0 0 0,0 0 0,-1-1 0,1 1 0,0 0 0,-1 0 0,1 0 0,0 0 0,-1 0 0,1 0 0,-1 0 0,1 0 0,0 0 0,0 0 0,0 0 0,-1 0 0,1 0 0,0 0 0,-1 0 0,1 0 0,-1 0 0,1 0 0,0 0 0,0 0 0,-1 0 0,-5 9 0,0 15 0,2 23 0,5 65 0,0-36 0,-1-40 0,-1-22 0,0 1 0,2 0 0,0-1 0,0 1 0,1 0 0,1 0 0,7 20 0,46 98 0,-20-12 0,-31-107 0,-1 1 0,3 24 0,-2-10 0,-4-24 0,0-1 0,0 1 0,-1-1 0,0 1 0,0 0 0,-1 6 0,1-9 0,0-2 0,-1 2 0,0-1 0,1 1 0,0-2 0,-1 2 0,0-2 0,0 2 0,1-1 0,-1 0 0,0 0 0,0 0 0,0 0 0,0-1 0,0 1 0,0 1 0,0-2 0,0 1 0,-1-1 0,1 1 0,0-1 0,0 1 0,-1-1 0,1 1 0,-1-1 0,1 0 0,-3 1 0,0 0 0,-2 0 0,2-1 0,-2 0 0,2 0 0,-2 0 0,1 0 0,1 0 0,-2-1 0,2 0 0,-1 0 0,0 0 0,-5-2 0,7 1 0,-1 0 0,0 0 0,1 0 0,0 0 0,0-1 0,0 1 0,0-1 0,0 0 0,1 0 0,0 0 0,-1 0 0,1 0 0,0 0 0,0-1 0,-2-3 0,-3-8 0,1 0 0,0-2 0,1 1 0,0 0 0,2 0 0,0-1 0,1 0 0,1-20 0,1-10 0,1-45 0,1 86 0,-1 1 0,1 0 0,-1-1 0,1 1 0,1 0 0,-1 1 0,1-1 0,0 0 0,0 1 0,1-1 0,0 0 0,4-3 0,10-9 0,28-21 0,-34 29 0,120-87 0,-127 91 0,100-83 0,-65 52 0,-15 13 0,29-38 0,-30 32 0,-14 17 0,14-25 0,-17 25 0,1 1 0,15-21 0,-22 32 3,0-1 1,0 0-1,-1 1 0,0-1 0,1 1 0,0-1 0,0 0 0,0 1 1,-1 0-1,1-1 0,0 0 0,0 1 0,0 0 0,0 0 1,0 0-1,-1-1 0,1 1 0,1 0 0,-2-1 0,1 1 0,0 0 1,0 0-1,0 0 0,0 0 0,0 1 0,0-1 0,0 0 0,0 0 1,0 1-1,-1-1 0,2 0 0,-1 0 0,-1 1 0,1-1 1,0 1-1,0-1 0,0 2 0,3 0-189,-2 1 1,1 0-1,0-1 0,0 2 1,-1-1-1,0 0 1,3 4-1,0 3-6640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24575,'7'-1'0,"0"0"0,0 0 0,1 0 0,-1-1 0,0 0 0,-1 0 0,8-4 0,-9 4 0,1 0 0,1-1 0,-1 1 0,0 1 0,1 0 0,-1-1 0,0 1 0,10 0 0,-16 2 0,1-1 0,-1 0 0,1 0 0,0 0 0,-1 0 0,0 0 0,0 0 0,1 1 0,0-1 0,-1 1 0,1-1 0,-1 1 0,0-1 0,0 0 0,1 0 0,-1 1 0,1-1 0,-1 1 0,0-1 0,1 0 0,-1 1 0,0-1 0,0 1 0,1-1 0,-1 0 0,0 1 0,0 0 0,0 0 0,1 19 0,0-10 0,3 14-455,-1 0 0,1 26 0,-4-36-6371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2:1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44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155 820 24575,'-2'-3'0,"0"0"0,-1-1 0,1 1 0,-1 0 0,1 0 0,-1 0 0,0 0 0,-4-2 0,-7-9 0,0-4 0,2-1 0,1 0 0,0-1 0,1 0 0,2 0 0,0-1 0,1 0 0,1-1 0,-7-41 0,5-8 0,3-124 0,6 174 0,2 0 0,0 0 0,1 0 0,1 1 0,15-38 0,-17 53 0,-1 0 0,1 0 0,0 1 0,1-1 0,5-6 0,13-18 0,-21 26 6,1 0 0,0 1 0,-1 0 0,1-1 0,0 1 0,0 0-1,0 0 1,1 0 0,-1 0 0,0 0 0,1 0 0,-1 1 0,1-1 0,0 1 0,-1 0-1,1 0 1,0 0 0,5-1 0,2 0-314,1 1 0,0 0 0,19 1 0,-26 0 63,15 0-6581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44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0 24575,'-2'14'0,"0"0"0,0-1 0,-1 1 0,-1-1 0,-1 0 0,1 0 0,-2 0 0,0-1 0,-8 13 0,2-3 0,-13 37 0,21-46 0,-1-1 0,0 0 0,0 0 0,-1-1 0,-1 1 0,0-1 0,0-1 0,-1 1 0,-1-1 0,0-1 0,0 0 0,-1 0 0,-20 14 0,5-3 0,22-17 0,0 0 0,0-1 0,0 1 0,0-1 0,-1 0 0,1 0 0,-8 3 0,9-5 0,1 0 0,-1 1 0,0-1 0,0 0 0,0 0 0,0-1 0,0 1 0,0 0 0,1 0 0,-1-1 0,0 1 0,0-1 0,1 0 0,-1 0 0,0 1 0,1-1 0,-1 0 0,0 0 0,1-1 0,-1 1 0,-1-2 0,-5-4 0,1 0 0,-1-1 0,2 0 0,-1 0 0,1-1 0,0 1 0,1-1 0,0-1 0,1 1 0,-1 0 0,2-1 0,-5-15 0,4 12 0,0 0 0,1-1 0,1 0 0,0 0 0,0 0 0,2-24 0,0 34 0,0 1 0,0-1 0,1 1 0,-1-1 0,1 1 0,0-1 0,0 1 0,0 0 0,1-1 0,-1 1 0,1 0 0,0 0 0,0 0 0,0 0 0,0 0 0,0 0 0,1 1 0,-1-1 0,1 1 0,0 0 0,0-1 0,-1 1 0,1 1 0,1-1 0,-1 0 0,0 1 0,0-1 0,1 1 0,-1 0 0,1 0 0,3 0 0,-1 0 0,0 0 0,0 0 0,1 1 0,-1 0 0,0 0 0,0 1 0,1 0 0,-1 0 0,0 0 0,0 1 0,0 0 0,0 0 0,0 0 0,-1 1 0,1 0 0,-1 0 0,1 0 0,-1 1 0,0 0 0,0 0 0,-1 0 0,6 6 0,15 19 0,-12-13 0,0 0 0,19 30 0,-21-29 31,0-1 0,24 25 0,-24-29-274,-1 0 0,0 0 0,0 1 0,-2 1 0,8 14 0,-10-15-6583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2 24575,'-25'0'0,"17"-1"0,-1 1 0,0-1 0,1 2 0,-1-1 0,1 1 0,-1 0 0,0 2 0,1-1 0,0 0 0,-1 1 0,-8 4 0,-49 38 0,47-32 0,4-3 0,10-7 0,1-1 0,0 1 0,0 0 0,0 0 0,0 1 0,0-1 0,1 0 0,-1 2 0,1-1 0,0-1 0,0 1 0,1 1 0,-3 4 0,5-9 0,-16 51 0,14-48 0,2 0 0,-1 2 0,1-2 0,-1 1 0,1 0 0,0 0 0,1-1 0,-1 1 0,1 0 0,-1 0 0,3 5 0,-1-6 0,0-1 0,0 1 0,0 0 0,1 0 0,-1-1 0,1 0 0,-1 1 0,1-1 0,0-1 0,0 1 0,6 3 0,13 9 0,2 4 0,0 0 0,43 22 0,-29-18 0,-29-15 0,0 0 0,0-1 0,11 13 0,4 5 0,-13-15 0,-1 0 0,0 2 0,-1-1 0,0 1 0,0 0 0,-1 1 0,0 0 0,-2 1 0,1-1 0,-1 0 0,-1 1 0,7 28 0,-10-35 0,-2 1 0,1 0 0,0 1 0,-1-1 0,-1 0 0,0 11 0,-1-15 0,1 1 0,0 0 0,0 0 0,-1-1 0,0 1 0,1 0 0,-1-1 0,0 0 0,-1 0 0,1 1 0,-1-1 0,-5 5 0,-4 2 0,0-1 0,-1 0 0,-1-1 0,1 0 0,-1-1 0,0-1 0,-18 6 0,15-9 0,0 0 0,0-1 0,-1 0 0,1-2 0,-29-2 0,-4 0 0,18 3 0,15 0 0,1-1 0,-17-2 0,28 2 0,1-1 0,-1 0 0,1 0 0,-1 0 0,1 0 0,0-1 0,0-1 0,0 1 0,0 0 0,0 0 0,-7-5 0,5 1 0,-1 1 0,1-2 0,0 1 0,0-1 0,1 1 0,0-1 0,0 0 0,1-1 0,0 0 0,0 1 0,1-1 0,-1 0 0,2 0 0,-3-10 0,2 5 0,-1-1 0,-9-21 0,7 20 0,-8-28 0,7 16-1365,2 16-5461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24575,'0'1237'-870,"-1"-1222"1083,-1 0 0,0-1 0,-6 20 1,7-28-197,-1-74-17,1-8 0,2-65 0,2 127 0,0-1 0,1 2 0,0-1 0,1 0 0,9-17 0,-7 14 0,0 2 0,8-35 0,-15 49 0,3-17 0,10-27 0,-11 41 0,-1-1 0,1 1 0,0-1 0,0 1 0,0 0 0,1 1 0,0-1 0,0 0 0,-1 1 0,2-1 0,6-5 0,-4 4 0,1-1 0,-1 0 0,8-11 0,-8 11 0,-1-1 0,2 0 0,-1 2 0,11-10 0,-15 14 0,0 0 0,0 0 0,0 0 0,0 0 0,0 0 0,1 0 0,-1 0 0,0 1 0,1-1 0,-1 1 0,1 0 0,-1 0 0,1 0 0,-1 0 0,1 0 0,-1 0 0,0 0 0,1 1 0,-1 0 0,0 0 0,3 0 0,-3 1 0,0-1 0,1 1 0,-1 0 0,0 0 0,0 0 0,0 0 0,0 0 0,0 0 0,0 0 0,-1 1 0,1 0 0,-1-1 0,2 4 0,13 36 0,14 71 0,-22-77 0,-2 1 0,-2 0 0,-1 0 0,-3 47 0,2-89-151,0-1-1,0 2 0,0-2 0,1 1 1,0 0-1,0 0 0,0 0 1,7-7-1,-3 5-6674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24575,'-33'0'0,"-40"1"0,71-1 0,-1 0 0,0 1 0,0 0 0,1-1 0,0 1 0,-1 1 0,1-2 0,-1 2 0,1-1 0,0 0 0,-1 1 0,1-1 0,0 1 0,0 0 0,1 0 0,-2 0 0,1 0 0,1 0 0,0 0 0,-1 0 0,1 0 0,-1 1 0,1-1 0,0 1 0,0-1 0,0 4 0,-2 4 0,1-1 0,0 1 0,0 0 0,2 0 0,-1 16 0,2-7 0,-1-1 0,2 0 0,6 26 0,-7-38 0,0 0 0,0 0 0,2 1 0,-1-1 0,0 0 0,0 0 0,1-1 0,1 1 0,-2 0 0,3-1 0,-2 0 0,7 7 0,-6-9 0,4 6 0,1 0 0,1-1 0,-1 0 0,17 9 0,-23-14 0,0-2 0,0 0 0,0 1 0,1-1 0,-1 0 0,1-1 0,-1 2 0,1-2 0,0 0 0,-1 0 0,1 0 0,-1 0 0,1 0 0,0 0 0,-1 0 0,1-1 0,-1 0 0,0 0 0,1 0 0,4-2 0,0-2 0,0 0 0,0-1 0,-1 0 0,1 0 0,-1-1 0,-1 0 0,0 0 0,0-1 0,0 1 0,-1-2 0,9-15 0,-12 19 0,0-1 0,0 0 0,0 1 0,-1-2 0,1 2 0,-1-13 0,-2-39 0,-1 23 0,-1 5 120,3 28-194,0 0-1,0-1 1,-1 1 0,1 0 0,-1-1-1,1 1 1,0 0 0,-1 0 0,0-1-1,1 2 1,-1-2 0,0 2 0,0-2-1,0 2 1,0-2 0,0 1 0,0 1-1,0-1 1,-2-1 0,-2 1-6752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24575,'0'31'0,"-1"-7"0,1-1 0,5 27 0,-4-41 0,1-2 0,0 1 0,0-1 0,0 1 0,2 0 0,-1-1 0,1 0 0,-1 0 0,1 0 0,7 7 0,4 5 0,-10-13 0,0 1 0,0-1 0,12 11 0,-14-15 0,1 0 0,-1 0 0,0 0 0,0 0 0,1-1 0,0 0 0,-1 1 0,1-1 0,0 0 0,-1-1 0,8 2 0,-8-2 0,1 1 0,-1-1 0,1 0 0,-1 0 0,0-1 0,1 0 0,-1 0 0,1 1 0,-1-1 0,1 0 0,-1-1 0,0 1 0,4-3 0,-2 1 0,-1 0 0,1-1 0,-2 0 0,1 1 0,0-2 0,-1 1 0,0-1 0,3-4 0,17-33 0,-16 28 0,0 1 0,17-23 0,-21 32 0,-1 1 0,0-1 0,0 0 0,-1 0 0,3-5 0,-3 5 0,0 1 0,0 0 0,0-1 0,1 1 0,0 0 0,0 0 0,2-3 0,-1 8 0,-1 6 0,-1 8 0,-4-3 0,1 0 0,-1-1 0,-5 15 0,4-16 0,1 0 0,0 0 0,0 0 0,-1 21 0,3-12 0,1-12 0,-1-1 0,1 1 0,0 0 0,1 0 0,-1 0 0,5 14 0,-5-21 3,0 0-1,1-1 0,-1 0 1,0 1-1,0 0 1,1-1-1,-1 1 0,0-1 1,0 1-1,1 0 1,-1-1-1,1 0 0,-1 1 1,0-1-1,1 1 1,-1-1-1,1 0 0,-1 1 1,0-1-1,1 1 1,0-1-1,0 0 0,-1 0 1,0 0-1,1 0 1,0 0-1,-1 1 0,1-1 1,0 0-1,-1 0 0,0 0 1,1 0-1,0 0 1,-1 0-1,1 0 0,0 0 1,0-1-1,-1 1 1,0 0-1,1 0 0,0 0 1,-1 0-1,1 0 1,-1-1-1,1 1 0,-1-1 1,1 1-1,-1 0 1,1-1-1,3-3-250,-1 2 1,0-2-1,0 1 1,0 0-1,3-6 1,0-1-6579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24575,'0'469'-650,"1"-441"650,6 30 0,0 21 0,-7-75 0,1 24 0,7 55 0,14 69 0,-20-139 19,1 0 0,9 25 0,0 3 574,-12-38-664,1 0-36,0 1-1,-1 1 0,1-2 0,0 1 0,1 0 0,-1-1 0,1 1 0,0 0 1,0-1-1,0 1 0,5 3 0,-3-5-6718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230 550 24575,'1'-6'0,"-1"0"0,-1 1 0,0-1 0,1 0 0,-1 0 0,-3-9 0,3 13 0,0 1 0,0-1 0,0 0 0,0 0 0,0 1 0,0 0 0,0-1 0,-1 1 0,1-1 0,-1 1 0,0 0 0,1 0 0,0 0 0,-1 0 0,0 0 0,0 0 0,1 0 0,-1 0 0,0 1 0,0-1 0,0 1 0,0-1 0,-3 1 0,-4-2 0,0 2 0,0-1 0,0 1 0,0 1 0,0-1 0,0 1 0,-1 1 0,-13 4 0,19-5 0,1 0 0,0 1 0,0-1 0,0 0 0,-1 2 0,2-1 0,-1 0 0,0 0 0,0 0 0,1 0 0,-1 1 0,1-1 0,0 1 0,0 0 0,-1 0 0,2-1 0,-1 2 0,1-1 0,-1 0 0,1 1 0,0-1 0,0 0 0,0 0 0,0 1 0,0 5 0,-2 8 0,-9 33 0,8-35 0,0-1 0,2 0 0,-4 27 0,6-21 0,1 98 0,-1-116 0,1 0 0,-1 0 0,1 1 0,-1-1 0,0 0 0,1 0 0,0-1 0,0 1 0,0 1 0,0-1 0,0-1 0,0 1 0,1 0 0,-1-1 0,0 1 0,1 0 0,-1-1 0,1 1 0,0-1 0,-1 0 0,1 0 0,0 1 0,0-1 0,0 0 0,0-1 0,3 2 0,-3-1 0,1 0 0,1-1 0,-2 0 0,1 0 0,1 0 0,-2 0 0,2 0 0,-2 0 0,1 0 0,1-1 0,-2 0 0,1 1 0,1-2 0,-2 2 0,1-2 0,0 1 0,0-1 0,2-1 0,3-3 0,0-1 0,0 0 0,-1 0 0,-1-1 0,1 1 0,-1-1 0,0-1 0,4-9 0,-3 7 0,-1 0 0,-1-1 0,0 0 0,-1 0 0,-1 0 0,3-14 0,6-66 0,-8 51 0,0 1 0,-5-66 0,-1 34 0,2-233 0,1 301 0,-1 1 0,0-1 0,0 1 0,-1-1 0,0 0 0,1 1 0,-1 0 0,0-1 0,0 1 0,-1 0 0,-1-5 0,2 9 0,0 1 0,0-1 0,0 1 0,1-1 0,-1 0 0,0 1 0,1-1 0,0 1 0,-1-1 0,1 1 0,-1 3 0,0-1 0,-3 12 1,0 0-1,2 0 1,-3 31-1,6 52-7,1-36-81,-2 343-377,1-391 465,0 0 0,5 18 0,-3-17 0,1 27 0,-4-39 16,0 1-1,0-1 1,1 1-1,0-1 1,-1 0-1,2 1 1,-1-1-1,1 0 1,-1 1-1,1-1 1,-1 0-1,2 0 1,-1-1-1,1 2 1,-1-2-1,1 1 1,0-1-1,0 0 1,1 0-1,-1 1 1,0-2-1,1 0 1,-1 1-1,1 0 1,1-1-1,-1 0 1,-1 0-1,2 0 1,-1-1-1,0 0 1,0 0-1,1 0 1,-1-1-1,1 1 1,7 0-1,-4-2-15,1 1 0,0-1 0,-1 0 0,0-1 0,0 0 0,1 0 0,-1-1 0,10-5 0,7-4 0,27-18 0,-43 24 0,5-4 0,-1-1 0,-1 0 0,1 0 0,19-26 0,-25 30 0,42-50 0,-47 54 0,1 0 0,-1 0 0,1 0 0,-1 0 0,0 0 0,-1 0 0,1-1 0,0 1 0,-1-1 0,1 0 0,-2 1 0,2-6 0,0-3 0,-1-1 0,0-17 0,-1 18 0,1-1 0,1-16 0,2 13 0,-2 0 0,1-1 0,-2 1 0,-2-25 0,1 38 0,-1 0 0,0 1 0,0-1 0,0 0 0,0 0 0,-1 1 0,0 0 0,1-1 0,0 1 0,-2 0 0,1-1 0,0 1 0,0 1 0,0-2 0,0 1 0,-1 1 0,1-1 0,0 1 0,-1-1 0,1 1 0,-1 0 0,-3-2 0,1 2 0,1-1 0,0 1 0,-1 0 0,1-1 0,-1 2 0,1-1 0,0 0 0,-1 1 0,1 0 0,-1 0 0,1 1 0,-1-1 0,-7 3 0,9-2 0,1 1 0,0-1 0,0 0 0,0 1 0,0 0 0,0-1 0,0 1 0,0 0 0,1 0 0,0 0 0,-1 1 0,1-1 0,-1 0 0,1 0 0,0 0 0,0 1 0,0-1 0,1 0 0,-2 6 0,0 2 0,0 1 0,1 0 0,-1 14 0,2-12 0,2 127 0,1-125 0,1 0 0,0 0 0,0 0 0,1 0 0,11 19 0,-4-7 0,-11-24 0,2 1 0,-1 0 0,0-1 0,0 1 0,0-1 0,1 1 0,-1-1 0,2 0 0,-1 0 0,0 0 0,0-1 0,0 1 0,1 0 0,0-1 0,-1 0 0,1-1 0,0 1 0,0 0 0,-1-1 0,8 2 0,4-1 0,0 0 0,0-1 0,0 0 0,21-3 0,-5 2 0,-28 0 0,1-1 0,0 1 0,0-1 0,0 1 0,-1-1 0,1 0 0,0-1 0,0 1 0,-1 0 0,0-1 0,6-3 0,-1-1 0,-1 1 0,-1-2 0,12-12 0,8-2 0,-22 19 0,-1-1 0,0 1 0,0-1 0,0 1 0,0-1 0,0 0 0,-1 0 0,0 0 0,1 0 0,-1-1 0,2-3 0,32-61 0,2-5 0,-34 63 0,-1 0 0,1 0 0,-2-1 0,1 0 0,1-15 0,-6 169 0,3-78 0,0-58 0,-1 0 0,0-1 0,1 1 0,0-1 0,1 1 0,0-1 0,0 0 0,1 0 0,-1 1 0,1-1 0,0-1 0,7 10 0,-10-14 0,1 0 0,-1-1 0,1 1 0,-1-1 0,0 0 0,0 0 0,1 0 0,-1 1 0,1-1 0,-1 0 0,0 1 0,1-1 0,-1 0 0,1 0 0,0 0 0,-1 0 0,0 0 0,1 0 0,-1 0 0,1 0 0,-1 0 0,1 0 0,-1 0 0,1 0 0,-1 0 0,0 0 0,1 0 0,0 0 0,-1 0 0,0 0 0,1 0 0,-1-1 0,1 1 0,-1 0 0,0-1 0,0 1 0,1 0 0,-1 0 0,1-1 0,-1 1 0,1-1 0,-1 1 0,0-1 0,0 1 0,0 0 0,1-1 0,-1 1 0,0-1 0,1 1 0,-1 0 0,0-1 0,0 0 0,9-25 0,-6-2 0,-1-1 0,-3-53 0,-1 22 0,2 42 0,-7-33 0,3 32 0,-1-31 0,5 46 0,0-1 0,0 1 0,0-1 0,1 1 0,-1-1 0,2 1 0,-2-1 0,2 1 0,-1-1 0,0 1 0,1 0 0,1 0 0,-1 0 0,0 0 0,0 0 0,1 1 0,0-1 0,0 1 0,-1 0 0,2-1 0,-1 1 0,1 1 0,6-6 0,-4 5 0,1-1 0,-1 1 0,0 1 0,0-1 0,1 1 0,0 0 0,-1 1 0,1 0 0,8-2 0,1 3 0,1 0 0,26 3 0,-39-3-91,0 0 0,-1 1 0,1 0 0,-1-1 0,1 1 0,-1 0 0,1 1 0,-1-1 0,0 1 0,0-1 0,1 1 0,-2 0 0,2 0 0,3 4 0,-2 2-6735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293 498 24575,'-2'-1'0,"0"0"0,0 1 0,0-2 0,0 2 0,-1-2 0,1 1 0,0 0 0,1-1 0,-1 1 0,1-1 0,-2 1 0,2-1 0,-3-3 0,-9-7 0,9 9 0,-1 1 0,-1 0 0,1 0 0,0 0 0,0 0 0,0 1 0,-1 0 0,1 0 0,-1 0 0,1 0 0,-7 1 0,2 0 0,0 1 0,2 0 0,-2 0 0,0 1 0,-14 4 0,19-4 0,0 0 0,0 1 0,0-1 0,0 1 0,1 0 0,-1 0 0,1 1 0,0-1 0,0 1 0,0 0 0,0 0 0,1 0 0,0 1 0,0-1 0,0 1 0,-3 5 0,3-1 0,-1 0 0,1 0 0,0 1 0,1 0 0,0-1 0,1 0 0,-1 1 0,2 12 0,-1-9 0,-1 0 0,-2 16 0,1-16 0,-2 26 0,4-15 0,0-9 0,1 0 0,0 1 0,1 0 0,4 17 0,-4-28 0,0 0 0,1-1 0,0 1 0,0-1 0,1 0 0,0 0 0,0 1 0,0-2 0,0 1 0,0 0 0,1-1 0,-1 0 0,1 0 0,0 0 0,0 0 0,0 0 0,6 2 0,-2-1 0,0 0 0,1-1 0,0 1 0,0-2 0,0 0 0,1 0 0,-1 0 0,10-1 0,-13-1 0,-1 0 0,-1-1 0,2 1 0,-1-1 0,0 0 0,-1-1 0,1 1 0,0-1 0,0 0 0,0 0 0,-1 0 0,0-1 0,6-4 0,4-4 0,0-1 0,17-19 0,-14 13 0,-6 6 0,-2-1 0,0 0 0,-1 0 0,-1-1 0,0 0 0,7-21 0,1 1 0,-8 16 0,-2 1 0,0-1 0,-1 0 0,2-22 0,-1-20 0,-4 38 0,6-30 0,-2 15 0,-3 1 0,0-1 0,-4-41 0,1 7 0,1 58 0,0-6 0,0-1 0,-1 0 0,-8-36 0,6 43 0,1 1 0,1 0 0,0-14 0,1 96 0,1 68 0,15-47 0,-2-13 0,3 27 0,-3 2 0,2-16 0,-7-55-1365,-7-25-5461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78 24575,'-1'75'0,"3"79"0,-2-147 0,1 0 0,0 0 0,1 0 0,0-1 0,0 1 0,0-1 0,0 1 0,1-1 0,5 8 0,-8-14 0,1 1 0,-1-1 0,0 1 0,0-1 0,0 0 0,1 0 0,-1 1 0,0-1 0,1 1 0,-1-1 0,0 0 0,1 0 0,-1 0 0,1 1 0,-1-1 0,0 0 0,0 0 0,1 1 0,0-1 0,-1 0 0,0 0 0,1 0 0,-1 0 0,1 0 0,0 0 0,-1 0 0,0 0 0,1 0 0,-1 0 0,1 0 0,0-1 0,0 0 0,-1 1 0,0 0 0,1-1 0,0 0 0,-1 1 0,0-1 0,1 0 0,-1 0 0,1 0 0,-1 0 0,0 1 0,0-1 0,1-2 0,3-29 0,-6-70 0,0 54 0,5-51 0,-2 94 0,-1-1 0,1 1 0,0-1 0,1 2 0,-1-2 0,1 1 0,0 0 0,0 0 0,1 0 0,3-5 0,-4 8 0,0-1 0,0 1 0,0 0 0,1 0 0,-1 0 0,0-1 0,1 1 0,0 1 0,0 0 0,0-1 0,-1 1 0,1 0 0,0-1 0,0 1 0,0 1 0,0-1 0,0 0 0,6 1 0,20-1-1365,-16 1-5461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338 64 24575,'-21'-7'0,"10"2"0,7 3 0,0 0 0,-1 0 0,1-1 0,0 1 0,0 0 0,-5-7 0,5 7 0,1-1 0,-1 0 0,1 0 0,-1 1 0,-1-1 0,2 1 0,-1 1 0,-7-3 0,-1 1 0,0 2 0,0-1 0,-1 1 0,1 1 0,0 0 0,0 1 0,-23 4 0,29-3 0,-1 1 0,1 0 0,0 0 0,0-1 0,0 2 0,1 0 0,-2 0 0,3 0 0,-2 0 0,1 1 0,0 0 0,1 0 0,-1 0 0,2 1 0,-1-1 0,0 2 0,1-2 0,0 1 0,0 1 0,1-1 0,0 1 0,0-1 0,-1 1 0,2-1 0,0 1 0,1 0 0,-1 8 0,2 169 0,-1-182 0,0-1 0,0 1 0,0-1 0,0 1 0,0 1 0,0-2 0,0 1 0,0-1 0,1 1 0,-1 0 0,1 0 0,-1-1 0,1 1 0,0 0 0,0-1 0,0 0 0,0 1 0,0-1 0,0 1 0,0-1 0,0 0 0,0 1 0,0-1 0,1 0 0,-1 0 0,1 0 0,0 0 0,-1 0 0,0 0 0,1-1 0,0 1 0,-1 0 0,1-1 0,0 0 0,0 1 0,-1-1 0,1 0 0,0 1 0,0-1 0,3-1 0,27 3 0,45-7 0,-73 5 0,1-2 0,1 1 0,-1 0 0,-1-1 0,1 0 0,-1 0 0,1-1 0,-1 1 0,0-1 0,1 0 0,-1 0 0,-1 0 0,1-1 0,0 1 0,3-6 0,-3 5 0,0-1 0,-1-1 0,1 2 0,-1-2 0,-1 1 0,1 0 0,-1-1 0,0 0 0,0 0 0,0 1 0,-1-1 0,1-9 0,-4-122-1365,2 124-5461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51 24575,'-2'-2'0,"0"1"0,-1 0 0,1-1 0,0 0 0,0 0 0,-1 0 0,2 0 0,-3-2 0,-5-7 0,4 9 0,0-1 0,0 0 0,1 1 0,-2 0 0,1 0 0,0 1 0,0-2 0,-1 3 0,1-2 0,-1 2 0,1-1 0,-1 1 0,-7 0 0,6 1 0,0-1 0,0 0 0,0 2 0,0-1 0,0 1 0,0 0 0,1 0 0,-1 0 0,1 1 0,-7 5 0,9-5 0,0 1 0,-1-1 0,2 1 0,0 0 0,-1 1 0,1-1 0,0 0 0,0 1 0,0-1 0,1 1 0,0 0 0,0 0 0,1 0 0,-1 0 0,1 1 0,-1 5 0,-1 10 0,1 0 0,1 36 0,1-29 0,-1-14 0,1-1 0,2 21 0,-1-30 0,-1 0 0,1-1 0,1 1 0,-2-1 0,2 1 0,-1-1 0,0 1 0,1-2 0,0 2 0,0-1 0,1 0 0,-1 0 0,0 0 0,3 2 0,-1-1 0,1 0 0,-1 0 0,1-1 0,-1 1 0,1-1 0,-1 0 0,2 0 0,-1-1 0,0 0 0,0 1 0,1-1 0,-1-1 0,1 0 0,-1 0 0,1 0 0,10 0 0,-1 0 0,-1 0 0,-2-1 0,0 0 0,1-1 0,0-1 0,0 0 0,24-7 0,-35 8 0,0 0 0,1-1 0,-1 0 0,0 0 0,0 1 0,0-1 0,1 0 0,-1 0 0,-1-1 0,1 1 0,-1-1 0,1 1 0,-1-1 0,1 1 0,-1-1 0,0 1 0,-1-1 0,2 0 0,-1-5 0,1-3 0,0-2 0,-1 2 0,0-16 0,-1 20 0,1-4 0,-1-1 0,0 0 0,-1 0 0,0 1 0,-1-1 0,0 0 0,-1 1 0,-8-22 0,-4-6-64,12 30 106,0 0 0,-1 0 0,-7-13 0,9 19-147,0 0 0,0 0 0,-1 0 0,1 0 0,-1 1 1,1-1-1,-1 1 0,0 0 0,0 0 0,0 0 0,0 0 0,0 1 0,-6-3 0,0 1-6721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24575,'0'5'0,"-1"0"0,0-1 0,0 1 0,-3 9 0,-3 14 0,4 31 0,4 61 0,0-39 0,-1 209 0,2-272 0,1 1 0,0 0 0,1-1 0,1-1 0,11 26 0,-16-42-76,1 0 0,-1 1 0,1 0 0,-1-1 0,1 1 1,0-1-1,-1 0 0,1 1 0,0-1 0,0 0 1,0 1-1,0-1 0,0 1 0,0-2 0,1 2 1,-1-2-1,2 2 0,2 0-6750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24575,'382'0'0,"-371"-1"-46,-2 0-1,2 0 1,15-6-1,-11 3-1132,-10 3-5647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24575,'69'2'0,"76"-4"0,-104-5 0,-30 5 0,0-1 0,17 0 0,33 3-1365,-48 0-5461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24575,'0'610'0,"0"-607"0,0 2 0,1-2 0,-1 1 0,1-1 0,0 0 0,-1 1 0,3 3 0,-3-7 0,1 0 0,-1 1 0,0 0 0,1 0 0,-1-1 0,0 0 0,0 1 0,1 0 0,-1-1 0,1 0 0,-1 1 0,0-1 0,1 1 0,-1-1 0,1 0 0,-1 0 0,0 1 0,1-1 0,0 1 0,-1-1 0,1 0 0,-1 0 0,1 0 0,0 0 0,-1 0 0,1 0 0,0 0 0,-1 0 0,0 0 0,1 0 0,0 0 0,-1 0 0,1 0 0,0 0 0,-1 0 0,0 0 0,1 0 0,0 0 0,0-1 0,-1 1 0,0 0 0,1-1 0,0 1 0,-1 0 0,0 0 0,1-1 0,-1 0 0,1 1 0,-1 0 0,1-2 0,2-2 0,0-1 0,0 0 0,-1 1 0,0-1 0,0 0 0,0-1 0,0 2 0,-1-2 0,0 1 0,2-9 0,1-7 0,-4 17 0,5-11 0,-1-1 0,-1 0 0,-1-1 0,1-19 0,-2 19 0,1 0 0,0 0 0,0 0 0,3 1 0,-1-1 0,1 1 0,1 0 0,1 0 0,0 1 0,18-30 0,-23 44 0,-1-1 0,0 1 0,1-1 0,-1 1 0,1-1 0,0 1 0,-1 0 0,1-1 0,0 2 0,-1-2 0,1 2 0,1-1 0,-1 0 0,-1 0 0,1 1 0,0-1 0,0 1 0,0-1 0,0 1 0,0 0 0,0 0 0,1 0 0,-1 0 0,0 0 0,0 1 0,0-1 0,0 1 0,0-1 0,0 1 0,0 0 0,0 0 0,0-1 0,0 2 0,0-2 0,-1 2 0,1-1 0,0 0 0,-1 1 0,1-1 0,-1 1 0,1-1 0,-1 1 0,0-1 0,0 1 0,1 0 0,-2 0 0,3 3 0,3 11 0,-2 1 0,1-1 0,1 23 0,-2-18 0,9 32 0,-9-34 0,0-1 0,-2 1 0,0 0 0,-1 0 0,-1 0 0,-3 20 0,2 13 0,1-43-76,0-11 265,0-16-1667,0 6-5348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24575,'0'733'-576,"0"-724"628,1 0 1,-1-1-1,2 1 0,-1-1 1,1 1-1,0 0 1,1-1-1,0 0 0,1 0 1,6 11-1,-10-19-52,0 1 0,0-1 0,0 0 0,0 0 0,0 0 0,0 0 0,0 0 0,1 1 0,-1-1 0,0 0 0,0 0 0,1 1 0,-1-1 0,0 0 0,0 0 0,0 0 0,0 0 0,1 0 0,-1 0 0,0 0 0,1 0 0,-1 0 0,0 0 0,0 0 0,0 0 0,0 0 0,1 0 0,-1 0 0,0 0 0,1 0 0,-1 0 0,0 0 0,1 0 0,5-8 0,3-12 0,-8 19 0,9-31 0,5-36 0,-5 21 0,-1 0 0,-8 36 0,1 1 0,0-2 0,0 2 0,2-1 0,-1 1 0,1 0 0,0 0 0,11-19 0,-11 25 0,-1-1 0,2 1 0,-1-1 0,0 1 0,0 0 0,1 1 0,0-1 0,-1 1 0,1-1 0,1 2 0,8-5 0,-5 4 0,0 0 0,0 1 0,0 0 0,1 1 0,-1-1 0,15 2 0,-21 0 0,0-1 0,1 1 0,-2 1 0,2-1 0,-1 0 0,-1 0 0,2 1 0,-1 0 0,-1 0 0,1 0 0,1 0 0,-2 1 0,1-1 0,-1 0 0,1 1 0,0 0 0,-1 0 0,0 0 0,1 0 0,-1 0 0,0 0 0,0 1 0,0-1 0,-1 1 0,1-1 0,0 1 0,-1-1 0,0 1 0,1 0 0,-2 0 0,2 0 0,-1 0 0,-1 0 0,1 0 0,-1 0 0,1 0 0,-1 0 0,-1 5 0,4 26 0,2 1 0,10 41 0,-10-51 0,1 1 0,-3-17 0,-1 1 0,0 0 0,1 10 0,-2-9-293,1 0 1,3 15-1,-3-23-194,0 8-6339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24575,'18'0'0,"-1"1"0,1 0 0,26 6 0,-30-4 25,0-2 1,0 0-1,24-1 0,-25-1-269,-2 1-1,1 0 1,0 1 0,0 0-1,19 5 1,-20-2-6582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 24575,'-26'0'0,"13"0"0,0-1 0,0 2 0,-23 3 0,33-3 0,-2 0 0,2 0 0,-1 1 0,0-1 0,1 0 0,-1 1 0,1 1 0,0-1 0,-1 0 0,1 0 0,0 1 0,0 0 0,0 0 0,1 0 0,-1-1 0,-3 7 0,0 0 0,1 0 0,0 0 0,1 1 0,0-1 0,1 1 0,0 0 0,0-1 0,1 2 0,1-1 0,-1 0 0,1 0 0,1 12 0,0-5 0,0-7 0,0 1 0,1-2 0,1 15 0,-1-22 0,0 2 0,0-1 0,0-1 0,0 2 0,1-1 0,-1-1 0,0 1 0,1 0 0,0 0 0,0-1 0,0 0 0,0 1 0,0-1 0,4 3 0,9 5 0,0-1 0,0-1 0,1-1 0,0 0 0,0-1 0,0 0 0,1-2 0,0 0 0,0-1 0,23 1 0,-15-1 0,1-1 0,-1-2 0,52-7 0,-74 7-97,-1 0-1,1-1 1,-1 0-1,1 1 1,-1-1-1,1 0 1,-1 0-1,1-1 1,-1 1-1,0 0 1,0-1-1,0 0 0,3-2 1,2-5-6729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24575,'0'0'0,"0"-1"0,1 0 0,-1 1 0,0-1 0,0 0 0,1 0 0,-1 1 0,1-1 0,-1 0 0,0 1 0,1 0 0,0-1 0,0 0 0,-1 1 0,0 0 0,1 0 0,0-1 0,-1 1 0,1-1 0,0 1 0,17-8 0,-16 7 0,31-11 0,78-26 0,-35 22 0,-55 13 0,-1 1 0,34 0 0,-31 2 0,36-5 0,9-2-378,-1 3 0,73 5 0,-44 0 336,328-1-1694,-329-7 1783,1-2 1,200 10 1697,-290-1-1774,0-1 0,1 1-1,-1-2 1,0 1 0,1 0-1,-1-1 1,0-1 0,0 1-1,8-5 1,-6 2-6797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24575,'33'-12'0,"-4"8"0,0 2 0,0 1 0,34 3 0,0-1 0,-55-1 14,0 0 0,1-1-1,-1-1 1,1 0 0,-1 0-1,11-4 1,3-4-447,21-11 0,-31 14-162,-4 3-6231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24575,'367'0'0,"-361"-1"-91,1 1 0,-1-1 0,1 0 0,-1-1 0,0 1 0,0-1 0,0-1 0,0 1 0,0-1 0,0 0 0,-1-1 0,1 1 0,-1-1 0,8-7 0,-3 3-6735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48 24575,'0'-1'0,"0"1"0,0-2 0,-1 1 0,1 1 0,-1-2 0,0 2 0,1-1 0,0 0 0,-1 1 0,0-1 0,1 0 0,0 0 0,-1 0 0,0 1 0,1 0 0,-2-1 0,2 0 0,-1 0 0,0 1 0,0 0 0,1-1 0,-2 0 0,-23-8 0,20 7 0,-9-3 0,-1 2 0,1 0 0,-1 0 0,0 1 0,0 0 0,-21 1 0,24 1 0,1 0 0,-1 1 0,1-1 0,0 2 0,0 0 0,-1 1 0,1-1 0,-16 9 0,21-9 0,1 1 0,-1 1 0,1-1 0,0 1 0,0 0 0,0-1 0,0 2 0,-3 4 0,-2 3 0,2 0 0,-9 16 0,9-14 0,0-1 0,1 0 0,1 1 0,0 1 0,2-1 0,-1 1 0,1 0 0,1 0 0,0 0 0,0 23 0,3-21 0,-1-6 0,1 1 0,3 18 0,-3-27 0,1 1 0,1 0 0,-2 0 0,2 0 0,-1-1 0,1 0 0,-1 1 0,1-1 0,1 0 0,-1 1 0,5 4 0,3 2 0,1 2 0,-1-1 0,21 14 0,-27-21 0,1-1 0,-1-1 0,1 1 0,0-1 0,0 0 0,0 0 0,0-1 0,-1 0 0,2 1 0,-1-1 0,9 0 0,56 7 0,-45-5 0,32 1 0,-52-4 0,6 0 0,0 0 0,22-4 0,-29 3 0,0 0 0,0 0 0,-1 0 0,1-1 0,0 0 0,-1 0 0,1 0 0,-1 0 0,0-1 0,0 1 0,6-5 0,50-55 0,-55 58 0,0-1 0,-1 0 0,0 0 0,0 0 0,-1 0 0,1-1 0,-1 1 0,0-1 0,0 1 0,0-1 0,-2 0 0,3-10 0,-1-7 0,-4-46 0,0 25 0,2 19 0,0 25 0,0 10 0,0 282 0,3-265-1365,0-17-5461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24575,'21'0'0,"0"1"0,0-2 0,-1 0 0,41-8 0,-21 1 0,78-4 0,-100 10 0,7 0 0,0-1 0,-1-1 0,0-2 0,41-13 0,-13 4-27,-33 10-1311,-9 2-5488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24575,'-1'0'0,"0"1"0,1-1 0,-1 0 0,0 0 0,1 1 0,-1-1 0,1 1 0,-1-1 0,1 0 0,-1 1 0,0 0 0,1-1 0,0 1 0,-1-1 0,1 1 0,-1 0 0,1-1 0,0 1 0,0 0 0,0-1 0,-1 1 0,1 0 0,0-1 0,-1 1 0,1 0 0,0-1 0,0 2 0,-3 23 0,3-22 0,-1 142 0,2-74 0,-1-63-85,0 0 0,1 0-1,0-1 1,1 1 0,-1-1-1,1 1 1,1-1 0,0 0-1,0 0 1,0 0 0,0 0-1,2 0 1,-1-1 0,1 1-1,4 6 1,-2-7-6741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24575,'-1'80'0,"3"84"0,5-111 0,-4-35 0,2 34 0,-5-17 0,0 0 0,1 0 0,7 40 0,-4-40 0,-2 1 0,-2 55 0,0-38 0,0-52 0,0 0 0,0 0 0,-1-1 0,1 1 0,1 0 0,-1 0 0,0 0 0,0-1 0,0 1 0,0 0 0,0-1 0,0 1 0,1 0 0,-1 0 0,1 0 0,-1 0 0,1 0 0,0-1 0,-1 1 0,1-1 0,-1 0 0,0 0 0,0 0 0,1 0 0,-1-1 0,1 1 0,-1 0 0,0 0 0,0 0 0,1 0 0,-1 0 0,1 0 0,-1-1 0,0 1 0,0 0 0,0 0 0,1 0 0,-1 0 0,0 0 0,1-1 0,-1 1 0,0 0 0,0-1 0,0 1 0,1 0 0,1-4 0,1 1 0,-1-1 0,1 1 0,-1-1 0,1-4 0,39-91 0,-39 93 0,-2-1 0,0 1 0,1-13 0,-2 14 0,1 0 0,-1 0 0,1 0 0,0 1 0,0-1 0,1 1 0,-1-1 0,5-8 0,10-16 0,-12 21 0,0 0 0,1 0 0,7-9 0,-10 13 0,1 2 0,0 0 0,0-1 0,-1 1 0,2-1 0,-2 1 0,2 1 0,-1-1 0,1-1 0,-1 2 0,7-2 0,0 0 0,-2 0 0,0 0 0,0 1 0,1 0 0,-1 0 0,1 1 0,-1 0 0,1 0 0,0 1 0,-1 1 0,15 1 0,-17 0 0,1-1 0,0 0 0,-1 1 0,1 0 0,-1 1 0,0-1 0,0 1 0,1 0 0,-2 1 0,1 0 0,7 6 0,1 2 0,-10-8 0,1 0 0,-1 0 0,0 1 0,1-1 0,-2 1 0,0 0 0,6 7 0,-6-7 0,-1 1 0,1 0 0,-1 0 0,0 0 0,0 0 0,0 0 0,-2 1 0,2 8 0,-2-12 0,0 1 0,0-1 0,0 1 0,-1-1 0,0 0 0,0 1 0,0-1 0,0 0 0,-1 1 0,1-2 0,0 2 0,-1-1 0,0-1 0,0 2 0,-1-2 0,-3 5 0,-7 6 0,-22 14 0,23-18 0,5-4 0,0-1 0,-1 0 0,1 0 0,-1-1 0,0 1 0,0-1 0,0-1 0,-1 0 0,-15 2 0,-7-1 0,-43-3 0,52 0 0,18 0 10,-1-1 0,0 0-1,-1-1 1,2 1 0,-1-1-1,1 0 1,-1 0 0,0 0-1,1-1 1,-1 1 0,1-1 0,-7-6-1,5 4-307,-1 0 0,0 1-1,0 0 1,-10-4 0,7 4-6528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24575,'382'0'-1365,"-369"0"-5461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0 251 24575,'1'2'0,"-1"0"0,1 0 0,0-1 0,-1 1 0,2 1 0,-1-2 0,0 1 0,0-1 0,2 4 0,5 6 0,1 11 0,-1 1 0,-1 0 0,-1 0 0,-1 1 0,4 43 0,-6-40-69,2-1-1,10 30 1,7 35-339,-16-57 408,14 40 0,-1-3 0,-6-20-189,-3-14-104,-2 0 0,-2 1 0,4 53-1,-9-66 261,2 1-1,1-2 0,1 1 1,15 44-1,-4 4-47,0-2 1432,12 47-475,-27-116-876,0 0 0,-1 0 0,1-1 0,0 1 0,0 0 0,0 0 0,0-1 0,1 1 0,-1-1 0,0 0 0,0 1 0,1-1 0,-1 1 0,1-1 0,-1 0 0,3 1 0,-3-2 0,0 1 0,0-1 0,0 1 0,-1-1 0,2 0 0,-1 0 0,-1 0 0,2 0 0,-2 0 0,1 0 0,0 0 0,0 0 0,0 0 0,0-1 0,0 1 0,0 0 0,-1-1 0,2 1 0,-2 0 0,1-1 0,0 1 0,-1-1 0,1 1 0,0-1 0,-1 1 0,1-1 0,0 1 0,0-1 0,-1 0 0,1 1 0,0-2 0,-1 1 0,0 1 0,1-1 0,-1 0 0,1-1 0,6-14 0,-1 1 0,1-1 0,-2 0 0,6-28 0,0-50 0,-2 31 0,-3 10 0,-1 14 0,-2 0 0,-4-72 0,0 39 0,1 51 0,1 0 0,-1 0 0,-2-1 0,-6-34 0,5 39 0,0 0 0,2 0 0,0-17 0,1 17 0,0 1 0,-7-34 0,1 22 0,-3 1 0,-17-44 0,23 61 0,-1-1 0,1 0 0,-3-20 0,1 7 0,4 22 0,-5-22 0,1 0 0,2 0 0,0 0 0,1-1 0,2-29 0,0 52 0,0 1 0,0-2 0,1 2 0,0 0 0,-1-1 0,0 0 0,2 1 0,-1-1 0,-1 1 0,1 0 0,0-1 0,0 1 0,0 0 0,1 0 0,-2 0 0,2-1 0,-1 1 0,1 0 0,-1 0 0,0 1 0,1-1 0,-1 0 0,1 1 0,0-1 0,-1 0 0,1 1 0,-1 0 0,1-1 0,0 1 0,2-1 0,7 0 0,1 1 0,-1 0 0,18 3 0,-8-2 0,144-1-248,31 1-1393,-102 6 1574,47 1-1788,879-8-4485,-781-9 5315,-113 3 632,435-25-1179,-421 22 1428,163-13-1403,22-3 1113,98 8 402,-84-4 32,-53 4 0,-140 12 0,-91 2 141,34-1 605,127-22 0,-118 10 692,130-2-1,-214 17-1489,51-6 1742,18 0 2724,-56 1-1657,-25 6-2018,-4 1 339,1-1-1198,-1 1-1,0 0 1,1-1 0,0 2 0,-1-1 0,1 0 0,-1 0 0,2 0 0,-3 2 0,-3 5-6706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203 202 24575,'1'0'0,"0"-1"0,-1 1 0,0 0 0,1-1 0,0 1 0,-1 0 0,0 0 0,1 0 0,0-1 0,-1 1 0,0-1 0,1 1 0,-1 0 0,1-1 0,-1 1 0,0-1 0,0 1 0,1-1 0,-1 1 0,0-1 0,1 1 0,-1-1 0,0 1 0,1-1 0,-1 0 0,4-20 0,-1 11 0,1-3 0,0 0 0,1-14 0,-4 22 0,0 0 0,-1 0 0,0 0 0,0 0 0,0 1 0,0-1 0,-1 0 0,0 0 0,-2-6 0,2 9 0,0 1 0,0-1 0,0 0 0,0 0 0,0 1 0,-1-1 0,1 0 0,-1 1 0,0 0 0,1-1 0,-1 1 0,1 0 0,-2 0 0,2 0 0,-1 0 0,0 1 0,-3-2 0,-5-1 0,1 0 0,-15-2 0,-1 0 0,13 3 0,0-1 0,-24-1 0,33 3 0,0 1 0,-2 0 0,2 0 0,0 0 0,-1 1 0,1-1 0,-1 1 0,1 0 0,-1-1 0,2 2 0,-2-1 0,1 1 0,0-1 0,-1 1 0,-1 1 0,3 0 0,0-1 0,1 0 0,0 0 0,-1 0 0,1 1 0,0-1 0,0 0 0,-1 1 0,2-1 0,-1 0 0,0 1 0,1-1 0,0 1 0,-1 0 0,1 2 0,1 44 0,1-29 0,-2 11 0,-1-20 0,1 2 0,1-2 0,0 2 0,4 13 0,-4-22 0,0 0 0,0 0 0,1-1 0,0 1 0,0 0 0,0-1 0,0 1 0,0-1 0,1 0 0,0 0 0,-1 0 0,1 0 0,0 0 0,0-1 0,0 1 0,7 2 0,-1 1 0,2-1 0,-1 0 0,1 0 0,0-1 0,-1-1 0,1 0 0,15 2 0,-20-4 0,-1-1 0,1 0 0,-1 0 0,1 0 0,-1 0 0,1-1 0,-1 0 0,1 0 0,-1-1 0,0 0 0,1 0 0,-1 0 0,-1 0 0,1-1 0,0 1 0,0-2 0,4-2 0,-4 1 0,-1 0 0,0 0 0,0-1 0,0 1 0,-1-1 0,0 1 0,0-1 0,-1-1 0,4-10 0,3-6 0,-6 14 0,-1 2 0,0-2 0,0 1 0,-2 0 0,2 0 0,-2-1 0,0-8 0,-1 38-88,0-8-168,1-1 1,0 1 0,1 1-1,5 22 1,-3-26-6571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24575,'0'-1'0,"0"0"0,1-1 0,-1 1 0,0 0 0,1-1 0,-1 1 0,1-1 0,-1 1 0,1 0 0,0 0 0,0 0 0,-1 0 0,2 0 0,-2-1 0,2 1 0,-2 1 0,2-2 0,-2 2 0,2-1 0,-1 0 0,0 1 0,0-1 0,1 0 0,-1 1 0,2-2 0,6-1 0,1 0 0,16-3 0,-4 0 0,78-18 0,-99 23 0,1 1 0,-2 0 0,2 0 0,-1-1 0,0 1 0,1 0 0,-1 0 0,0 0 0,0 0 0,1 0 0,-1 0 0,0 1 0,1-1 0,-2 0 0,2 0 0,-1 1 0,1-1 0,-2 1 0,2-1 0,-1 1 0,0 0 0,0 0 0,0-1 0,-1 1 0,2 0 0,-1 0 0,-1 0 0,2 0 0,-2 0 0,1-1 0,0 2 0,-1-1 0,1 0 0,-1 0 0,1 1 0,-1-2 0,0 2 0,1-1 0,0 3 0,0 5 0,0-1 0,0 1 0,-1 0 0,-2 16 0,1-8 0,1-12 0,-1 1 0,0 0 0,0 0 0,0-1 0,-1 1 0,1-1 0,-1 1 0,-1-1 0,1 0 0,-1 1 0,0-2 0,-6 9 0,-1-1 0,0-2 0,0 0 0,-22 16 0,25-21 0,2 1 0,-1-1 0,-4 8 0,6-8 0,-1 1 0,0-1 0,-9 7 0,11-10 0,1 0 0,-1 0 0,0 1 0,1-1 0,0 1 0,-4 4 0,6-7 0,0 1 0,-1-1 0,1 1 0,0-1 0,0 0 0,0 1 0,0-1 0,0 1 0,0-1 0,0 1 0,0-1 0,0 0 0,0 1 0,0-1 0,0 1 0,0-1 0,0 0 0,0 1 0,0-1 0,0 1 0,0-1 0,0 0 0,1 1 0,-1 0 0,1-1 0,-1 1 0,1-1 0,0 1 0,0-1 0,-1 1 0,1-1 0,0 0 0,-1 0 0,1 1 0,0-1 0,0 0 0,0 1 0,-1-1 0,1 0 0,0 0 0,1 0 0,97 0 0,-44-2 0,-43 2 0,-1-1 0,20-5 0,-18 3 0,-1 1 0,15-1 0,18 3-1365,-32 0-5461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24575,'18'0'0,"0"1"0,0 0 0,25 6 0,-19-4 0,1 0 0,-1-1 0,46-3 0,-19 0 0,-46 0-273,1 1 0,0 0 0,-1-1 0,12-3 0,-7 1-6553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24575,'0'230'0,"1"-217"0,0-1 0,7 25 0,-3-8 0,9 27 0,-13-55-22,0-4 72,-1-5-1443,0-2-5433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24575,'0'30'0,"1"-8"0,-2 1 0,1-1 0,-9 40 0,5-37 0,1-1 0,1 1 0,1 0 0,3 28 0,-1 3 0,-1-22 0,1 38 0,-1-72 0,0 1 0,0-1 0,0 1 0,0-1 0,0 1 0,0 0 0,0 0 0,0-1 0,0 0 0,1 1 0,-1 0 0,0-1 0,1 0 0,-1 1 0,0 0 0,0-1 0,0 0 0,1 1 0,-1-1 0,1 1 0,-1 0 0,1-2 0,0 1 0,-1 0 0,0 0 0,0 0 0,1 0 0,0 0 0,-1-1 0,0 1 0,0 0 0,1-1 0,-1 1 0,0 0 0,1 0 0,-1-1 0,0 1 0,0-1 0,0 1 0,1 0 0,-1-1 0,0 0 0,13-27 0,-13 26 0,8-21 0,-6 15 0,1 0 0,-1-1 0,2 1 0,0 0 0,0 0 0,0 0 0,1 1 0,7-8 0,-9 10 0,1 0 0,-1 0 0,1 0 0,1-5 0,-3 7 0,-2 1 0,2-1 0,-1 1 0,0-1 0,2 1 0,-2-1 0,1 1 0,-1 0 0,1 0 0,0 0 0,1 0 0,-1 0 0,0 0 0,0 1 0,1 0 0,-1-1 0,1 1 0,0-1 0,0 2 0,3-2 0,-1 0 0,-1 2 0,1-1 0,-1 1 0,0 0 0,1 0 0,-1 0 0,1 1 0,-1-1 0,0 1 0,0 0 0,1 0 0,-1 0 0,6 3 0,-3 0 0,0 0 0,-1 1 0,0 0 0,0 0 0,0 0 0,8 10 0,-10-11 0,0 0 0,-1 0 0,1 1 0,-2 0 0,2-1 0,-1 1 0,-1 0 0,3 6 0,-5-9 0,0-1 0,1 1 0,-1-1 0,0 1 0,0 0 0,1-1 0,-1 1 0,-1 0 0,1 0 0,0-1 0,-1 1 0,1 0 0,0-1 0,-1 0 0,1 1 0,-1 0 0,0-1 0,0 1 0,0-1 0,1 0 0,-2 1 0,2-1 0,-2 1 0,2-1 0,-2 0 0,1 0 0,-1 0 0,1 0 0,0 0 0,-1 0 0,-1 0 0,-9 6 0,0 0 0,-1-2 0,0 0 0,0-1 0,0 0 0,-1-1 0,1 0 0,-1-1 0,0-1 0,1 0 0,-1-1 0,-19-1 0,33 1 4,-1 0 0,0 0-1,0 0 1,0 0 0,0-1 0,0 1-1,0 0 1,0 0 0,0-1 0,0 1-1,0-1 1,1 1 0,-1 0 0,0-1-1,0 0 1,0 1 0,0 0 0,1-1-1,-1 0 1,0 1 0,1-1 0,-1 0-1,1 0 1,-1 0 0,1 0 0,-1 1-1,1-1 1,-1 0 0,1 0 0,0 0-1,-1-1 1,1 0-87,1 0 1,-1 1-1,0-1 1,0 0-1,0 1 1,1 0-1,0-2 1,-1 2-1,1 0 1,0-1-1,-1 1 1,1 0-1,0-1 1,0 1-1,1-1 1,-2 1-1,4-2 1,4-4-6744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 24575,'13'-1'0,"-8"1"0,1 0 0,-1 0 0,0 0 0,1 1 0,6 1 0,-11-2 0,1 1 0,-1 0 0,1 0 0,-1-1 0,0 1 0,1 0 0,-1-1 0,0 1 0,0 0 0,1 0 0,-2 0 0,2 0 0,-2 0 0,2 1 0,-2-1 0,1 1 0,0-2 0,-1 2 0,1-1 0,0 0 0,0 1 0,-1-1 0,1 3 0,0 2 0,-1-1 0,1 0 0,-1 1 0,0-1 0,0 0 0,0 1 0,-1-2 0,1 2 0,-2-1 0,1 0 0,-1 0 0,0 1 0,1-1 0,-2-1 0,1 1 0,-6 8 0,-3 2 0,-2 1 0,1-2 0,-20 18 0,16-17 0,15-14 0,0 0 0,-1 1 0,2-1 0,-2 0 0,2 1 0,-2-1 0,1 1 0,1-1 0,-1 1 0,0 1 0,1-2 0,0 0 0,0-1 0,-1 1 0,1 0 0,0-1 0,0 0 0,0 1 0,0 0 0,1 0 0,-1-1 0,0 1 0,0 0 0,0-1 0,0 1 0,0-1 0,0 1 0,1-1 0,-1 1 0,1 0 0,1 1 0,-1-1 0,1 1 0,0-2 0,0 2 0,-1-2 0,1 2 0,0-2 0,0 1 0,0 0 0,0-1 0,0 0 0,0 1 0,-1-1 0,1 1 0,5-1 0,37 2 0,68-6 0,-106 3-273,1 0 0,0-1 0,0 0 0,9-3 0,-11 3-6553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24575,'244'0'-1365,"-231"0"-5461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24575,'0'-1'0,"0"0"0,1-2 0,-1 2 0,0-1 0,1 1 0,-1-1 0,1 0 0,-1 1 0,1-1 0,1 1 0,-2 0 0,1-1 0,0 1 0,0 0 0,0-1 0,1 1 0,-2-1 0,2 2 0,-1-2 0,1 2 0,-1-2 0,2 0 0,6-2 0,-1 1 0,1-2 0,10-1 0,7-3 0,-20 6 0,1 0 0,-1 0 0,1 1 0,0 1 0,0-1 0,0 1 0,0 0 0,0 1 0,0-1 0,0 2 0,11 0 0,-15-1 0,-1 1 0,1-1 0,0 0 0,0 2 0,-1-1 0,1-1 0,0 2 0,0-1 0,-1 0 0,1 1 0,-1-1 0,0 1 0,1 0 0,-1 0 0,0 0 0,0 0 0,0 0 0,-1 0 0,1 0 0,0 1 0,-1-1 0,0 1 0,1-1 0,-1 1 0,0-1 0,0 1 0,0 0 0,0-1 0,-1 1 0,1 5 0,0 101 0,-3-50 0,2-50 0,-1-1 0,0 1 0,-1 0 0,0 0 0,-6 15 0,-21 41 0,20-46 0,4-9 0,1 0 0,0 0 0,0 1 0,1 0 0,-3 14 0,6-24 0,0 0 0,0 1 0,-1-1 0,1 0 0,0 1 0,0-1 0,0 0 0,0 0 0,0 1 0,0-1 0,1 0 0,-1 1 0,0-1 0,0 1 0,1-1 0,-1 0 0,1 0 0,1 2 0,-1-2 0,1 0 0,-1 0 0,0-1 0,1 1 0,0 0 0,-1-1 0,0 0 0,2 1 0,-2-1 0,0 0 0,1 1 0,0-1 0,0 0 0,-1 0 0,3-1 0,196-2 0,-191 3-341,-1 0 0,0-2-1,12-1 1,-7-1-6485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79 24575,'-2'-1'0,"0"1"0,0-2 0,-1 2 0,1-2 0,0 1 0,0-1 0,0 1 0,-3-4 0,-5-2 0,-9-4 0,0 0 0,-35-14 0,47 23 0,-1 0 0,1 0 0,0 1 0,-1-1 0,0 2 0,1-1 0,0 1 0,-1 0 0,1 0 0,-1 1 0,-13 3 0,17-3 0,0 0 0,0 0 0,0 1 0,0 0 0,0 0 0,0 0 0,1 0 0,-1 1 0,1-1 0,-1 1 0,1 0 0,0 0 0,0 0 0,0 0 0,0 0 0,-2 5 0,3-2 0,-1-1 0,0 1 0,1 0 0,0-1 0,1 1 0,-1 1 0,1-1 0,0 0 0,0 0 0,1 10 0,0-1 0,-1-6 0,1 0 0,2 15 0,-2-21 0,0-1 0,1 0 0,-1-1 0,0 1 0,1 0 0,1 0 0,-2 0 0,1 0 0,0-1 0,0 0 0,0 2 0,0-2 0,0 0 0,1 1 0,-1-1 0,1 0 0,2 3 0,9 4 0,0-1 0,0 0 0,1-1 0,22 7 0,-29-11 0,0 0 0,-1-2 0,1 2 0,-1-1 0,1-1 0,-1 0 0,1 0 0,-1-1 0,1 0 0,-1 0 0,1-1 0,11-3 0,-17 4 0,1 0 0,0 1 0,-1-2 0,1 2 0,0-2 0,-1 2 0,0-2 0,0 1 0,1 0 0,-1-1 0,0 1 0,0-1 0,0 1 0,0 0 0,0-1 0,-1 0 0,2-3 0,7-33 0,-3 8 0,-3 68-1365,-4-25-5461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24575,'0'20'0,"0"13"0,-1 0 0,-8 49 0,6-57 0,-2 35 0,5-36 0,-7 35 0,2-21 0,2 0 0,4 74 0,0-41 0,-1-54 0,0 21 0,0-38 0,0 0 0,0 1 0,0-1 0,0 0 0,0 0 0,0 0 0,0 0 0,0 0 0,0 1 0,0-1 0,0 0 0,0 0 0,0 1 0,0-1 0,0 0 0,0 0 0,0 0 0,1 0 0,-1 0 0,0 0 0,0 1 0,0-1 0,0 0 0,0 0 0,1 0 0,-1 1 0,0-1 0,0 0 0,0 0 0,0 0 0,0 0 0,0 1 0,0-1 0,1 0 0,-1 0 0,0 0 0,0 0 0,1 0 0,-1 0 0,4-7 0,2-14 0,-4 10 0,0 0 0,1 1 0,0-2 0,1 2 0,0 0 0,7-12 0,-5 9 0,1-4 0,-5 14 0,-1-1 0,0 1 0,1-1 0,1 1 0,-1-1 0,3-4 0,-4 7 0,2-1 0,-2 1 0,1 0 0,-1 0 0,1 0 0,1 0 0,-2 0 0,1 0 0,0 1 0,0-1 0,0 0 0,0 1 0,0 0 0,0-1 0,5 1 0,26-1 0,56 5 0,-85-4 0,-1 1 0,0 0 0,1 0 0,-2 1 0,2-1 0,-1 0 0,-1 1 0,2 0 0,-2 0 0,1 0 0,-1 0 0,1 0 0,0 1 0,-1-1 0,0 1 0,0-1 0,0 1 0,0 0 0,0 0 0,-1 0 0,1 0 0,1 5 0,0 0 0,0 1 0,0-1 0,-1 0 0,-1 1 0,1 0 0,-1-1 0,0 17 0,-1-23 0,-1 0 0,1 0 0,0-1 0,-1 1 0,1 0 0,-1-1 0,0 1 0,1 0 0,-1-1 0,0 1 0,0-1 0,0 1 0,0-1 0,0 0 0,0 1 0,-1-1 0,2 0 0,-2 0 0,1 0 0,-1 0 0,0 0 0,1 0 0,0 0 0,-1 0 0,0 0 0,-1 0 0,-6 2 0,0-1 0,0 0 0,-18 1 0,3 0 0,-21 9 0,33-8 0,0-1 0,-1 0 0,1-1 0,-16 1 0,17-2 0,-85-3 0,95 2-114,-1 0 1,0 0-1,0-1 0,1 0 0,0 1 1,-1-1-1,0 1 0,1-1 0,-1 0 1,0 1-1,-2-4 0,-2-2-6712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16 24575,'0'-3'0,"0"-3"0,0 2 0,-3 2 0,0 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24575,'-12'32'0,"9"-9"0,1-1 0,1 1 0,4 45 0,-3-64 0,2 0 0,-1-1 0,0 1 0,0 0 0,1-1 0,-1 1 0,1-1 0,-1 1 0,2-1 0,-1 0 0,0 0 0,0 0 0,1 0 0,0 0 0,0-1 0,6 5 0,3 2 0,1-1 0,26 12 0,-27-15 0,-1 0 0,1-2 0,1 1 0,-1-1 0,0-1 0,15 2 0,-3-3 0,1 0 0,30-5 0,-52 3 6,0 1 0,0 0-1,1-1 1,-1 0 0,0 0-1,0 0 1,0-1 0,0 1 0,0-1-1,0 0 1,-1 1 0,0-1-1,1 0 1,0 0 0,-1 0-1,0-1 1,0 1 0,0-1 0,0 0-1,2-2 1,-1-1-155,-1 1 1,1-1-1,-1 0 1,0 0-1,0 0 1,0 0-1,-2 0 1,2 0-1,-2-9 1,1 1-6678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31 24575,'0'-1'0,"0"-1"0,0 1 0,0 0 0,-1 0 0,0-1 0,1 1 0,-1 0 0,1 0 0,-1 0 0,0 0 0,1 0 0,-1 0 0,0 0 0,0 0 0,0 0 0,0 0 0,0 1 0,0-1 0,0 0 0,0 1 0,-1-1 0,2 0 0,-2 1 0,1 0 0,0-1 0,-2 0 0,-1 0 0,-1-1 0,1 2 0,-1-2 0,0 2 0,-8-1 0,9 1 0,0 0 0,0 1 0,0-1 0,0 1 0,0 0 0,0-1 0,1 2 0,-1-1 0,0 1 0,0 0 0,1 0 0,-1-1 0,1 2 0,-1-1 0,2 1 0,-2-1 0,1 1 0,1-1 0,-1 2 0,0-1 0,1 0 0,-1 0 0,1 0 0,0 1 0,1 0 0,-1-1 0,0 1 0,1 0 0,-1-1 0,2 1 0,-2 1 0,2-2 0,0 1 0,-1 5 0,3 115 0,-1-120 0,-1-1 0,1 1 0,1 0 0,-1 0 0,0-1 0,1 1 0,0-1 0,0 1 0,0-1 0,0 1 0,1-2 0,-1 2 0,1-1 0,-1-1 0,1 1 0,0 0 0,0-1 0,1 0 0,-2 1 0,7 1 0,-2 0 0,1 0 0,0-2 0,-1 2 0,1-2 0,-1 0 0,2 0 0,-2-1 0,1 0 0,9 0 0,2 0 0,-9 0 0,0-1 0,1 0 0,16-3 0,-25 3 0,0-1 0,0 1 0,0 0 0,0-1 0,0 0 0,0 0 0,0 0 0,0 0 0,0-1 0,0 2 0,0-2 0,0 1 0,0 0 0,-1-1 0,1 0 0,-1 1 0,0-1 0,1 0 0,-1 0 0,1 0 0,0-3 0,4-8 0,-2-1 0,0-1 0,0 1 0,2-23 0,-6 31 0,0 0 0,1 0 0,-1-1 0,-1 1 0,1 0 0,-1 0 0,0-1 0,-1 1 0,1 1 0,-1-1 0,0 0 0,-1 0 0,-3-7 0,4 11-85,0 0 0,0-1-1,0 1 1,-1 0 0,1 0-1,0 0 1,-1 0 0,1 1-1,-1-1 1,0 1 0,1 0-1,-1-1 1,0 2 0,0-2-1,-5 1 1,-4-2-6741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0 24575,'-2'0'0,"1"0"0,0 0 0,0 0 0,0 1 0,0-1 0,0 0 0,0 0 0,0 0 0,-1 1 0,1-1 0,0 1 0,0-1 0,0 1 0,0 0 0,1 0 0,-2-1 0,2 1 0,-1 0 0,-1-1 0,2 1 0,-1 0 0,0 0 0,1 0 0,-1 0 0,1 0 0,-1 0 0,1 0 0,-1 0 0,1 0 0,-1 0 0,1 1 0,0-2 0,0 2 0,0-2 0,0 2 0,0 1 0,0-1 0,0 0 0,0 1 0,0-1 0,0 0 0,1 1 0,-1-1 0,1 0 0,-1 0 0,2 1 0,-2-1 0,1 0 0,0 0 0,1 0 0,-1 0 0,1 0 0,-1 0 0,4 3 0,0-1 0,6 5 0,23 14 0,-30-20 0,0-1 0,1 0 0,-1 0 0,1 0 0,0 0 0,0-1 0,0 0 0,0 0 0,5 0 0,5 1 0,0 0 0,-1 1 0,1 2 0,-1-1 0,1 1 0,-2 0 0,24 14 0,-28-14 0,0 0 0,0 1 0,-1-1 0,0 1 0,10 10 0,-17-14 0,0-1 0,1 0 0,-1 1 0,1 0 0,-1-1 0,0 1 0,0 0 0,0 0 0,-1 0 0,1-1 0,0 1 0,-1 0 0,1 0 0,0 0 0,-1 0 0,0 0 0,1 0 0,-1 0 0,0 0 0,0 0 0,-1 0 0,1 0 0,0 0 0,-1 0 0,0 0 0,1 0 0,-1 0 0,0 0 0,1-1 0,-2 1 0,2 1 0,-2-2 0,2 0 0,-3 3 0,-3 3 0,-1-1 0,0 0 0,0 0 0,-1 0 0,1-1 0,-1-1 0,-15 8 0,12-8 0,0-2 0,-1 0 0,1-1 0,-1 0 0,0 0 0,1-1 0,-17-3 0,-10 1 0,24 2 0,0 0 0,1-2 0,0 0 0,-1-1 0,1 1 0,-23-10 0,14 6-28,19 6-61,0-1 0,0 0 0,1 1-1,-1-2 1,0 2 0,0-2 0,1 1 0,-1-1 0,0 1 0,0 0 0,1-1-1,-1 0 1,1 0 0,-2-3 0,-4-4-6737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2 24575,'-28'-1'0,"-31"1"0,54 0 0,1 1 0,0-1 0,0 1 0,-1 0 0,1 0 0,0 1 0,0-1 0,0 1 0,0 0 0,-5 3 0,6-2 0,1 0 0,0 1 0,-1-1 0,1 0 0,0 2 0,0-2 0,0 1 0,1 0 0,0 0 0,0 0 0,-1 0 0,1 7 0,-5 13 0,2-11 0,0 0 0,2 1 0,-1-1 0,0 20 0,4 56 0,-1-37 0,1-39 0,0 0 0,2 1 0,-1-2 0,1 1 0,0 0 0,10 21 0,-12-32 0,0 0 0,0 1 0,1-1 0,0 0 0,0 0 0,-1 0 0,1 0 0,0-1 0,0 1 0,1-1 0,-1 1 0,0-1 0,3 2 0,36 14 0,-16-6 0,-14-7 0,0-1 0,1 0 0,-1 0 0,0-1 0,1-1 0,0 1 0,0-2 0,-1 0 0,1 0 0,13-3 0,-23 2 0,-1 0 0,1 1 0,0 0 0,0-1 0,-1 0 0,1 1 0,0-2 0,-1 2 0,1-2 0,-1 1 0,1 0 0,-1 0 0,1-1 0,-1 1 0,0 0 0,0-1 0,0 1 0,0-1 0,1 1 0,-2-1 0,1 1 0,0-1 0,-1 0 0,1 0 0,0 1 0,-1-1 0,0 0 0,1 0 0,-1 0 0,0 0 0,0 1 0,0-1 0,0 0 0,-1-3 0,1 3 0,0-1 0,0 0 0,0 1 0,-1-1 0,0 0 0,1 1 0,-1 0 0,0 0 0,1-1 0,-2 1 0,1 0 0,-1 0 0,1 0 0,0-1 0,-1 1 0,1 0 0,-1 0 0,0 0 0,0 1 0,0-1 0,0 0 0,0 1 0,0 0 0,0-1 0,-4 0 0,-3 0 0,-1 0 0,0 1 0,1 1 0,-13-1 0,17 1 0,-1 1 0,2-1 0,-2 0 0,1 1 0,0 0 0,1 1 0,-2-1 0,1 1 0,-7 3 0,6 2-1365,2-1-5461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88 24575,'-5'0'0,"-2"0"0,0 0 0,0 0 0,-1 0 0,-10 4 0,15-3 0,0 0 0,0 0 0,1 1 0,0-1 0,-1 0 0,1 1 0,-1-1 0,1 1 0,0 0 0,0 0 0,0 0 0,0 0 0,0 1 0,1-1 0,-3 3 0,-25 34 0,24-33 0,0 0 0,0 0 0,0 0 0,1 0 0,0 1 0,1 0 0,-1 0 0,1 0 0,1 0 0,-1 0 0,1 1 0,-2 8 0,3 126 0,2-71 0,-1-66 0,1 0 0,0 0 0,0 1 0,0-2 0,0 1 0,1 0 0,0 0 0,0 0 0,0 0 0,1-1 0,3 7 0,2-1 0,0 1 0,1-2 0,14 14 0,-14-17 0,0 0 0,1 0 0,-1-1 0,1 0 0,0-1 0,0-1 0,0 1 0,1-2 0,0 0 0,20 3 0,-21-5 0,0 1 0,0-1 0,0-1 0,0 0 0,0-1 0,17-4 0,-23 6 0,0-2 0,-1 1 0,1-1 0,0 0 0,0 1 0,-1-1 0,0 0 0,0-1 0,1 1 0,-1-1 0,0 0 0,0 1 0,-1-1 0,1 0 0,-1 0 0,0-1 0,1 1 0,-2-1 0,4-5 0,4-13 0,-5 11 0,0 0 0,0 0 0,-1-1 0,-1 0 0,1 0 0,0-17 0,-2 11 0,-2-2 0,0 2 0,-1-1 0,-5-19 0,2 13 0,3 15 0,0 0 0,0 1 0,-1 0 0,-8-16 0,2 8 0,-1 2 0,-1-1 0,-18-19 0,21 25 0,-7-7 0,0 0 0,-30-25 0,40 38 0,1-1 0,0 1 0,-1-1 0,-4-9 0,6 10 0,0-1 0,0 1 0,-1 0 0,0 0 0,1 0 0,-8-5 0,-8-3-1365,10 7-5461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24575,'18'0'0,"0"0"0,0-2 0,25-5 0,-21 3 0,-1 2 0,1 1 0,0 0 0,22 3 0,-13-1 0,31-2 0,-21-7 0,-30 6 0,0 0 0,17-2 0,-16 4 0,10 0 0,1-1 0,-1-1 0,39-9 0,-37 5 0,1 3 0,0-1 0,0 2 0,32 2 0,22-2 0,-18-5 0,-35 3 0,30 0 0,21 6 0,55-4 0,-72-5-240,-34 3 49,30 0-1,29-4 192,-6 1 0,-52 5 0,27-5 0,-9 1 0,-28 3 150,29-9 0,-30 8-42,-1 0-1,20-2 1,7 3-108,32-5 0,-53 5 0,23-1 0,-25 4 0,-1-2 0,22-4 0,-13-1 0,1 2 0,0 1 0,35-2 0,-43 5 0,39-8 0,-31 5 0,-7 0-455,-1-1 0,24-9 0,-34 11-6371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1 473 24575,'12'-1'0,"1"0"0,22-6 0,-5 1 0,48-10 0,58-15 0,-105 25 0,-20 3 0,0 1 0,14-1 0,25-5 0,-36 5 0,0 1 0,14-1 0,79 4 0,41-2 0,-81-6-319,34-1-250,408 8 569,-488-1-32,-1-1 0,0-1 0,25-6 1,-26 4-2,1 1 1,0 0 0,27 1 0,-37 3 32,8 0 0,0 0 0,0-2 0,30-5 0,52-8 1144,-63 10-1144,0 2 0,71 4 0,-38 0 0,-31-1 0,67-9 0,-79 6 17,44 1-1,-4 1-663,-16-7 602,-32 5 45,26-1 0,-17 3 0,-1 2 0,0-3 0,0 0 0,50-11 0,-54 8 0,-1 2 0,1 0 0,0 1 0,35 3 0,29-3 0,-70 0 214,1-2-1,22-6 1,20-5-203,-29 10-4,-8 1-7,45-2 0,573 7 0,-629-2 0,-1 0 0,20-5 0,16-1 0,244 5 0,-150 4 0,-77-3 0,71 2 0,-85 6 0,-30-3 0,32 0 0,1217-3-655,-599-2 790,-579 2-229,98-3-554,-129-5 648,-34 3 0,30 0 0,497 5-770,-524 0 762,28 5 0,15 2 192,327-7 1100,-204-2-1842,386 1-1769,-195 0 5697,-375-1-3337,1 0-1,20-5 0,-20 3-33,1 1 1,14 0-1,2 1 1,-4 0 0,1 0 0,31-6 0,-39 4 0,0 2 0,29-1 0,6 1 0,-10-6 0,-31 4 0,0 1 0,16 0 0,190 1 0,-103 2 0,-99-2 0,-1-1 0,17-3 0,-15 2 0,25-2 0,-28 4 0,1-1 0,14-4 0,5 0 0,-5 1 0,-1 1 0,51-2 0,226 6 0,-293 0 0,-1-1 0,21-6 0,-20 5 0,1 0 0,13-1 0,37 3 0,27 0 0,-13-15 0,-66 13 0,0 0 0,1 0 0,19-8 0,13-2 0,47-4 0,50-11 0,-104 21-1365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34 24575,'0'-1'0,"0"-1"0,0 1 0,0 0 0,-1-1 0,1 1 0,-1-1 0,1 1 0,-1 0 0,0-1 0,1 1 0,-1 0 0,0 0 0,0-1 0,0 2 0,0-2 0,0 2 0,0-2 0,-1 2 0,2-1 0,-2 0 0,1 0 0,-1 0 0,1 1 0,0-1 0,-1 1 0,1-1 0,0 0 0,-1 1 0,1 0 0,-1 0 0,1 0 0,-2 0 0,-8-2 0,-1 1 0,0 1 0,-13 1 0,12-1 0,-12 0 0,9 0 0,-24 2 0,35-1 0,0 0 0,1 0 0,-1 1 0,0-1 0,1 0 0,-1 1 0,1 0 0,0 1 0,-6 3 0,-8 7 0,7-6 0,0 1 0,2 0 0,-13 12 0,20-17 0,-1 1 0,0 0 0,1-1 0,-1 1 0,1 0 0,0 0 0,1 0 0,-1 0 0,0 0 0,1 0 0,0 1 0,0-1 0,-1 7 0,1 7 0,2 33 0,-1-44 0,1 0 0,0-1 0,1 1 0,-1-1 0,1 1 0,1-1 0,0 0 0,3 7 0,-3-8 0,0-1 0,1 1 0,-1-1 0,1 0 0,0 1 0,1-2 0,-1 0 0,0 1 0,1-1 0,-1 0 0,1 0 0,1 0 0,-1-1 0,0 0 0,0 0 0,1 0 0,6 1 0,2-1 0,1 0 0,-1-1 0,1 0 0,-1-1 0,23-3 0,-35 2 0,-1 1 0,2 0 0,-1-1 0,-1 0 0,1 1 0,0-1 0,-1 0 0,1 0 0,0 0 0,-1 0 0,1-1 0,-1 1 0,1 0 0,-1-1 0,2-1 0,19-30 0,-7 9 0,-6 13 0,0-2 0,-1 0 0,7-15 0,-11 22 0,-2-1 0,1-1 0,-1 0 0,0 2 0,-1-2 0,0 0 0,0 1 0,1-10 0,-5-84 0,3 341 0,0-235 0,0 0 0,1 0 0,0 0 0,0 0 0,-1 0 0,2 0 0,-1 0 0,1 0 0,-1 0 0,5 6 0,-6-11 0,1 0 0,-1 0 0,0 0 0,0 1 0,0-1 0,0 0 0,0 1 0,0-1 0,0 0 0,1 0 0,-1 0 0,0 0 0,1 0 0,-1 1 0,0-1 0,0 0 0,0 0 0,0 0 0,1 1 0,-1-1 0,0 0 0,1 0 0,-1 0 0,0 0 0,0 0 0,0 0 0,1 0 0,-1 0 0,1 0 0,-1 0 0,1 0 0,-1 0 0,0 0 0,5-9 0,-2-14 0,-3 22-60,0-2-59,0-1 1,0 2-1,1-1 1,-1-1-1,1 2 0,0-1 1,-1 0-1,2 0 0,-2 1 1,4-7-1,3 2-6707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24575,'7'-1'0,"-1"0"0,0 0 0,1 0 0,-1-1 0,0 0 0,9-5 0,13-3 0,19-6 0,-34 11 0,-1 0 0,1 1 0,20-3 0,36-6 0,-44 7 0,0 1 0,39-1 0,-57 5 0,0 1 0,0-2 0,1 1 0,-2-1 0,1 0 0,11-5 0,4-1 0,-15 6-341,0 0 0,-1 1-1,13-1 1,-7 1-6485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24575,'0'0'0,"-1"1"0,0-1 0,0 0 0,1 0 0,0 0 0,-1 1 0,0 0 0,1-1 0,-1 0 0,0 1 0,1-1 0,0 1 0,-1 0 0,1-1 0,-1 1 0,1 0 0,0-1 0,-1 1 0,1 0 0,0-1 0,-1 0 0,1 1 0,0 0 0,0 0 0,0 0 0,0-1 0,0 2 0,-3 23 0,3-22 0,-3 54 0,6 72 0,4-82 0,-4-31 0,2 27 0,-2-15-1365,0-19-5461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4T05:40:54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24575,'0'11'0,"1"10"0,-2 2 0,0-2 0,-7 32 0,4-27 0,1 1 0,1 0 0,2 0 0,2 28 0,-1 6 0,-1 70 0,0-131 0,0-1 0,0 1 0,0 0 0,1 0 0,-1 0 0,0 0 0,0 0 0,0 0 0,0 0 0,0 0 0,0 0 0,0 0 0,0 0 0,0 0 0,0 0 0,0 0 0,0 0 0,0 0 0,0 0 0,0 0 0,0 0 0,0 0 0,0 0 0,0 0 0,0 0 0,0 0 0,0 0 0,0 0 0,0 0 0,0 0 0,0 0 0,0 0 0,0 1 0,0-1 0,0 0 0,0 0 0,0 0 0,0 0 0,0 0 0,0 0 0,1 0 0,-1 0 0,0 0 0,0 0 0,0 0 0,0 0 0,0 0 0,0 0 0,0 0 0,0 0 0,0 0 0,0 1 0,0-1 0,4-7 0,2-11 0,-5 12 0,-1 1 0,1-1 0,0 0 0,0 0 0,1 0 0,-1 1 0,1-1 0,1 1 0,-1-1 0,0 1 0,2 0 0,-1-1 0,0 2 0,1-1 0,3-4 0,0 3 0,-1 0 0,1 1 0,1-1 0,-1 1 0,0 0 0,1 1 0,0 0 0,0 1 0,10-4 0,-6 3 0,1 2 0,0-1 0,0 1 0,0 1 0,19 0 0,-21 1 0,0 1 0,0 0 0,13 3 0,-20-3 0,0 0 0,0 0 0,0 1 0,0 0 0,-1 0 0,1 0 0,0 1 0,-1-1 0,0 0 0,1 1 0,3 5 0,9 6 0,-13-12 0,-1 0 0,1 0 0,-1 1 0,0-1 0,0 0 0,1 0 0,-1 1 0,-1-1 0,1 1 0,-1 0 0,1 0 0,-1-1 0,1 1 0,-1 1 0,1 3 0,13 50 0,-11-40 0,1 0 0,3 27 0,-8-39 0,1 0 0,-1 0 0,-1 0 0,1 0 0,0 0 0,-1 1 0,0-2 0,0 1 0,0 0 0,-1 0 0,-1 0 0,1 0 0,-2 4 0,0-4 0,1 0 0,-1-1 0,0 0 0,0 0 0,0 0 0,-1 0 0,1-1 0,-1 0 0,0 1 0,0-2 0,-10 5 0,7-3 0,0-2 0,-1 1 0,0-1 0,0 0 0,0 0 0,-15 0 0,-160-4 0,179 2 0,1 0 0,-1-1 0,1 0 0,-1 1 0,1-2 0,0 1 0,-1 0 0,1-1 0,0 0 0,0 0 0,0 0 0,-4-3 0,-3-4 0,1 1 0,-16-17 0,12 11 0,14 14 3,0 0-1,0-1 1,0 1 0,0 0-1,0-1 1,0 1-1,-1 0 1,1-1-1,0 1 1,-1 0 0,1 0-1,-1 0 1,1 0-1,0 0 1,0-1-1,0 1 1,-1 0-1,1 0 1,-1 0 0,1 0-1,0 0 1,0-1-1,0 1 1,-1 0-1,1 0 1,-1 0 0,1 0-1,0 0 1,0 1-1,-1-1 1,1 0-1,-1 0 1,1 0 0,0 0-1,0 0 1,0 1-1,-1-1 1,1 0-1,-1 0 1,1 0 0,0 0-1,0 1 1,-5 13-1479,4-4-5350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14-Jul-26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14-Jul-26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5" r:id="rId5"/>
    <p:sldLayoutId id="2147483683" r:id="rId6"/>
    <p:sldLayoutId id="2147483679" r:id="rId7"/>
    <p:sldLayoutId id="2147483680" r:id="rId8"/>
    <p:sldLayoutId id="2147483681" r:id="rId9"/>
    <p:sldLayoutId id="2147483682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6.png"/><Relationship Id="rId21" Type="http://schemas.openxmlformats.org/officeDocument/2006/relationships/image" Target="../media/image109.png"/><Relationship Id="rId42" Type="http://schemas.openxmlformats.org/officeDocument/2006/relationships/image" Target="../media/image20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customXml" Target="../ink/ink35.xml"/><Relationship Id="rId84" Type="http://schemas.openxmlformats.org/officeDocument/2006/relationships/customXml" Target="../ink/ink44.xml"/><Relationship Id="rId89" Type="http://schemas.openxmlformats.org/officeDocument/2006/relationships/image" Target="../media/image42.png"/><Relationship Id="rId112" Type="http://schemas.openxmlformats.org/officeDocument/2006/relationships/customXml" Target="../ink/ink58.xml"/><Relationship Id="rId16" Type="http://schemas.openxmlformats.org/officeDocument/2006/relationships/customXml" Target="../ink/ink8.xml"/><Relationship Id="rId107" Type="http://schemas.openxmlformats.org/officeDocument/2006/relationships/image" Target="../media/image51.png"/><Relationship Id="rId11" Type="http://schemas.openxmlformats.org/officeDocument/2006/relationships/image" Target="../media/image510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customXml" Target="../ink/ink39.xml"/><Relationship Id="rId79" Type="http://schemas.openxmlformats.org/officeDocument/2006/relationships/image" Target="../media/image37.png"/><Relationship Id="rId102" Type="http://schemas.openxmlformats.org/officeDocument/2006/relationships/customXml" Target="../ink/ink53.xml"/><Relationship Id="rId5" Type="http://schemas.openxmlformats.org/officeDocument/2006/relationships/image" Target="../media/image210.png"/><Relationship Id="rId90" Type="http://schemas.openxmlformats.org/officeDocument/2006/relationships/customXml" Target="../ink/ink47.xml"/><Relationship Id="rId95" Type="http://schemas.openxmlformats.org/officeDocument/2006/relationships/image" Target="../media/image45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2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image" Target="../media/image33.png"/><Relationship Id="rId113" Type="http://schemas.openxmlformats.org/officeDocument/2006/relationships/image" Target="../media/image54.png"/><Relationship Id="rId118" Type="http://schemas.openxmlformats.org/officeDocument/2006/relationships/customXml" Target="../ink/ink61.xml"/><Relationship Id="rId80" Type="http://schemas.openxmlformats.org/officeDocument/2006/relationships/customXml" Target="../ink/ink42.xml"/><Relationship Id="rId85" Type="http://schemas.openxmlformats.org/officeDocument/2006/relationships/image" Target="../media/image40.png"/><Relationship Id="rId12" Type="http://schemas.openxmlformats.org/officeDocument/2006/relationships/customXml" Target="../ink/ink6.xml"/><Relationship Id="rId17" Type="http://schemas.openxmlformats.org/officeDocument/2006/relationships/image" Target="../media/image810.png"/><Relationship Id="rId33" Type="http://schemas.openxmlformats.org/officeDocument/2006/relationships/image" Target="../media/image16.png"/><Relationship Id="rId38" Type="http://schemas.openxmlformats.org/officeDocument/2006/relationships/image" Target="../media/image18.png"/><Relationship Id="rId59" Type="http://schemas.openxmlformats.org/officeDocument/2006/relationships/customXml" Target="../ink/ink30.xml"/><Relationship Id="rId103" Type="http://schemas.openxmlformats.org/officeDocument/2006/relationships/image" Target="../media/image49.png"/><Relationship Id="rId108" Type="http://schemas.openxmlformats.org/officeDocument/2006/relationships/customXml" Target="../ink/ink56.xml"/><Relationship Id="rId54" Type="http://schemas.openxmlformats.org/officeDocument/2006/relationships/image" Target="../media/image26.png"/><Relationship Id="rId70" Type="http://schemas.openxmlformats.org/officeDocument/2006/relationships/customXml" Target="../ink/ink36.xml"/><Relationship Id="rId75" Type="http://schemas.openxmlformats.org/officeDocument/2006/relationships/image" Target="../media/image35.png"/><Relationship Id="rId91" Type="http://schemas.openxmlformats.org/officeDocument/2006/relationships/image" Target="../media/image43.png"/><Relationship Id="rId96" Type="http://schemas.openxmlformats.org/officeDocument/2006/relationships/customXml" Target="../ink/ink50.xml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3.xml"/><Relationship Id="rId23" Type="http://schemas.openxmlformats.org/officeDocument/2006/relationships/image" Target="../media/image111.png"/><Relationship Id="rId28" Type="http://schemas.openxmlformats.org/officeDocument/2006/relationships/customXml" Target="../ink/ink14.xml"/><Relationship Id="rId49" Type="http://schemas.openxmlformats.org/officeDocument/2006/relationships/customXml" Target="../ink/ink25.xml"/><Relationship Id="rId114" Type="http://schemas.openxmlformats.org/officeDocument/2006/relationships/customXml" Target="../ink/ink59.xml"/><Relationship Id="rId119" Type="http://schemas.openxmlformats.org/officeDocument/2006/relationships/image" Target="../media/image57.png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81" Type="http://schemas.openxmlformats.org/officeDocument/2006/relationships/image" Target="../media/image38.png"/><Relationship Id="rId86" Type="http://schemas.openxmlformats.org/officeDocument/2006/relationships/customXml" Target="../ink/ink45.xml"/><Relationship Id="rId4" Type="http://schemas.openxmlformats.org/officeDocument/2006/relationships/customXml" Target="../ink/ink2.xml"/><Relationship Id="rId9" Type="http://schemas.openxmlformats.org/officeDocument/2006/relationships/image" Target="../media/image410.png"/><Relationship Id="rId13" Type="http://schemas.openxmlformats.org/officeDocument/2006/relationships/image" Target="../media/image610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109" Type="http://schemas.openxmlformats.org/officeDocument/2006/relationships/image" Target="../media/image52.png"/><Relationship Id="rId34" Type="http://schemas.openxmlformats.org/officeDocument/2006/relationships/customXml" Target="../ink/ink17.xml"/><Relationship Id="rId50" Type="http://schemas.openxmlformats.org/officeDocument/2006/relationships/image" Target="../media/image24.png"/><Relationship Id="rId55" Type="http://schemas.openxmlformats.org/officeDocument/2006/relationships/customXml" Target="../ink/ink28.xml"/><Relationship Id="rId76" Type="http://schemas.openxmlformats.org/officeDocument/2006/relationships/customXml" Target="../ink/ink40.xml"/><Relationship Id="rId97" Type="http://schemas.openxmlformats.org/officeDocument/2006/relationships/image" Target="../media/image46.png"/><Relationship Id="rId104" Type="http://schemas.openxmlformats.org/officeDocument/2006/relationships/customXml" Target="../ink/ink54.xml"/><Relationship Id="rId120" Type="http://schemas.openxmlformats.org/officeDocument/2006/relationships/customXml" Target="../ink/ink62.xml"/><Relationship Id="rId7" Type="http://schemas.openxmlformats.org/officeDocument/2006/relationships/image" Target="../media/image310.png"/><Relationship Id="rId71" Type="http://schemas.openxmlformats.org/officeDocument/2006/relationships/image" Target="../media/image34.png"/><Relationship Id="rId92" Type="http://schemas.openxmlformats.org/officeDocument/2006/relationships/customXml" Target="../ink/ink48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image" Target="../media/image19.png"/><Relationship Id="rId45" Type="http://schemas.openxmlformats.org/officeDocument/2006/relationships/customXml" Target="../ink/ink23.xml"/><Relationship Id="rId66" Type="http://schemas.openxmlformats.org/officeDocument/2006/relationships/customXml" Target="../ink/ink34.xml"/><Relationship Id="rId87" Type="http://schemas.openxmlformats.org/officeDocument/2006/relationships/image" Target="../media/image41.png"/><Relationship Id="rId110" Type="http://schemas.openxmlformats.org/officeDocument/2006/relationships/customXml" Target="../ink/ink57.xml"/><Relationship Id="rId115" Type="http://schemas.openxmlformats.org/officeDocument/2006/relationships/image" Target="../media/image55.png"/><Relationship Id="rId61" Type="http://schemas.openxmlformats.org/officeDocument/2006/relationships/customXml" Target="../ink/ink31.xml"/><Relationship Id="rId82" Type="http://schemas.openxmlformats.org/officeDocument/2006/relationships/customXml" Target="../ink/ink43.xml"/><Relationship Id="rId19" Type="http://schemas.openxmlformats.org/officeDocument/2006/relationships/image" Target="../media/image9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56" Type="http://schemas.openxmlformats.org/officeDocument/2006/relationships/image" Target="../media/image27.png"/><Relationship Id="rId77" Type="http://schemas.openxmlformats.org/officeDocument/2006/relationships/image" Target="../media/image36.png"/><Relationship Id="rId100" Type="http://schemas.openxmlformats.org/officeDocument/2006/relationships/customXml" Target="../ink/ink52.xml"/><Relationship Id="rId105" Type="http://schemas.openxmlformats.org/officeDocument/2006/relationships/image" Target="../media/image50.png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image" Target="../media/image44.png"/><Relationship Id="rId98" Type="http://schemas.openxmlformats.org/officeDocument/2006/relationships/customXml" Target="../ink/ink51.xml"/><Relationship Id="rId121" Type="http://schemas.openxmlformats.org/officeDocument/2006/relationships/customXml" Target="../ink/ink63.xml"/><Relationship Id="rId3" Type="http://schemas.openxmlformats.org/officeDocument/2006/relationships/image" Target="../media/image110.png"/><Relationship Id="rId25" Type="http://schemas.openxmlformats.org/officeDocument/2006/relationships/image" Target="../media/image120.png"/><Relationship Id="rId46" Type="http://schemas.openxmlformats.org/officeDocument/2006/relationships/image" Target="../media/image22.png"/><Relationship Id="rId67" Type="http://schemas.openxmlformats.org/officeDocument/2006/relationships/image" Target="../media/image32.png"/><Relationship Id="rId116" Type="http://schemas.openxmlformats.org/officeDocument/2006/relationships/customXml" Target="../ink/ink60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62" Type="http://schemas.openxmlformats.org/officeDocument/2006/relationships/image" Target="../media/image30.png"/><Relationship Id="rId83" Type="http://schemas.openxmlformats.org/officeDocument/2006/relationships/image" Target="../media/image39.png"/><Relationship Id="rId88" Type="http://schemas.openxmlformats.org/officeDocument/2006/relationships/customXml" Target="../ink/ink46.xml"/><Relationship Id="rId111" Type="http://schemas.openxmlformats.org/officeDocument/2006/relationships/image" Target="../media/image53.png"/><Relationship Id="rId15" Type="http://schemas.openxmlformats.org/officeDocument/2006/relationships/image" Target="../media/image710.png"/><Relationship Id="rId36" Type="http://schemas.openxmlformats.org/officeDocument/2006/relationships/image" Target="../media/image17.png"/><Relationship Id="rId57" Type="http://schemas.openxmlformats.org/officeDocument/2006/relationships/customXml" Target="../ink/ink29.xml"/><Relationship Id="rId106" Type="http://schemas.openxmlformats.org/officeDocument/2006/relationships/customXml" Target="../ink/ink55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image" Target="../media/image25.png"/><Relationship Id="rId73" Type="http://schemas.openxmlformats.org/officeDocument/2006/relationships/customXml" Target="../ink/ink38.xml"/><Relationship Id="rId78" Type="http://schemas.openxmlformats.org/officeDocument/2006/relationships/customXml" Target="../ink/ink41.xml"/><Relationship Id="rId94" Type="http://schemas.openxmlformats.org/officeDocument/2006/relationships/customXml" Target="../ink/ink49.xml"/><Relationship Id="rId99" Type="http://schemas.openxmlformats.org/officeDocument/2006/relationships/image" Target="../media/image47.png"/><Relationship Id="rId101" Type="http://schemas.openxmlformats.org/officeDocument/2006/relationships/image" Target="../media/image48.png"/><Relationship Id="rId122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.xml"/><Relationship Id="rId117" Type="http://schemas.openxmlformats.org/officeDocument/2006/relationships/image" Target="../media/image56.png"/><Relationship Id="rId21" Type="http://schemas.openxmlformats.org/officeDocument/2006/relationships/image" Target="../media/image109.png"/><Relationship Id="rId42" Type="http://schemas.openxmlformats.org/officeDocument/2006/relationships/image" Target="../media/image20.png"/><Relationship Id="rId47" Type="http://schemas.openxmlformats.org/officeDocument/2006/relationships/customXml" Target="../ink/ink87.xml"/><Relationship Id="rId63" Type="http://schemas.openxmlformats.org/officeDocument/2006/relationships/customXml" Target="../ink/ink95.xml"/><Relationship Id="rId68" Type="http://schemas.openxmlformats.org/officeDocument/2006/relationships/customXml" Target="../ink/ink98.xml"/><Relationship Id="rId84" Type="http://schemas.openxmlformats.org/officeDocument/2006/relationships/customXml" Target="../ink/ink107.xml"/><Relationship Id="rId89" Type="http://schemas.openxmlformats.org/officeDocument/2006/relationships/image" Target="../media/image42.png"/><Relationship Id="rId112" Type="http://schemas.openxmlformats.org/officeDocument/2006/relationships/customXml" Target="../ink/ink121.xml"/><Relationship Id="rId16" Type="http://schemas.openxmlformats.org/officeDocument/2006/relationships/customXml" Target="../ink/ink71.xml"/><Relationship Id="rId107" Type="http://schemas.openxmlformats.org/officeDocument/2006/relationships/image" Target="../media/image51.png"/><Relationship Id="rId11" Type="http://schemas.openxmlformats.org/officeDocument/2006/relationships/image" Target="../media/image510.png"/><Relationship Id="rId32" Type="http://schemas.openxmlformats.org/officeDocument/2006/relationships/customXml" Target="../ink/ink79.xml"/><Relationship Id="rId37" Type="http://schemas.openxmlformats.org/officeDocument/2006/relationships/customXml" Target="../ink/ink82.xml"/><Relationship Id="rId53" Type="http://schemas.openxmlformats.org/officeDocument/2006/relationships/customXml" Target="../ink/ink90.xml"/><Relationship Id="rId58" Type="http://schemas.openxmlformats.org/officeDocument/2006/relationships/image" Target="../media/image28.png"/><Relationship Id="rId74" Type="http://schemas.openxmlformats.org/officeDocument/2006/relationships/customXml" Target="../ink/ink102.xml"/><Relationship Id="rId79" Type="http://schemas.openxmlformats.org/officeDocument/2006/relationships/image" Target="../media/image37.png"/><Relationship Id="rId102" Type="http://schemas.openxmlformats.org/officeDocument/2006/relationships/customXml" Target="../ink/ink116.xml"/><Relationship Id="rId5" Type="http://schemas.openxmlformats.org/officeDocument/2006/relationships/image" Target="../media/image210.png"/><Relationship Id="rId90" Type="http://schemas.openxmlformats.org/officeDocument/2006/relationships/customXml" Target="../ink/ink110.xml"/><Relationship Id="rId95" Type="http://schemas.openxmlformats.org/officeDocument/2006/relationships/image" Target="../media/image45.png"/><Relationship Id="rId22" Type="http://schemas.openxmlformats.org/officeDocument/2006/relationships/customXml" Target="../ink/ink74.xml"/><Relationship Id="rId27" Type="http://schemas.openxmlformats.org/officeDocument/2006/relationships/image" Target="../media/image13.png"/><Relationship Id="rId43" Type="http://schemas.openxmlformats.org/officeDocument/2006/relationships/customXml" Target="../ink/ink85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image" Target="../media/image33.png"/><Relationship Id="rId113" Type="http://schemas.openxmlformats.org/officeDocument/2006/relationships/image" Target="../media/image54.png"/><Relationship Id="rId118" Type="http://schemas.openxmlformats.org/officeDocument/2006/relationships/customXml" Target="../ink/ink124.xml"/><Relationship Id="rId80" Type="http://schemas.openxmlformats.org/officeDocument/2006/relationships/customXml" Target="../ink/ink105.xml"/><Relationship Id="rId85" Type="http://schemas.openxmlformats.org/officeDocument/2006/relationships/image" Target="../media/image40.png"/><Relationship Id="rId12" Type="http://schemas.openxmlformats.org/officeDocument/2006/relationships/customXml" Target="../ink/ink69.xml"/><Relationship Id="rId17" Type="http://schemas.openxmlformats.org/officeDocument/2006/relationships/image" Target="../media/image810.png"/><Relationship Id="rId33" Type="http://schemas.openxmlformats.org/officeDocument/2006/relationships/image" Target="../media/image16.png"/><Relationship Id="rId38" Type="http://schemas.openxmlformats.org/officeDocument/2006/relationships/image" Target="../media/image18.png"/><Relationship Id="rId59" Type="http://schemas.openxmlformats.org/officeDocument/2006/relationships/customXml" Target="../ink/ink93.xml"/><Relationship Id="rId103" Type="http://schemas.openxmlformats.org/officeDocument/2006/relationships/image" Target="../media/image49.png"/><Relationship Id="rId108" Type="http://schemas.openxmlformats.org/officeDocument/2006/relationships/customXml" Target="../ink/ink119.xml"/><Relationship Id="rId54" Type="http://schemas.openxmlformats.org/officeDocument/2006/relationships/image" Target="../media/image26.png"/><Relationship Id="rId70" Type="http://schemas.openxmlformats.org/officeDocument/2006/relationships/customXml" Target="../ink/ink99.xml"/><Relationship Id="rId75" Type="http://schemas.openxmlformats.org/officeDocument/2006/relationships/image" Target="../media/image35.png"/><Relationship Id="rId91" Type="http://schemas.openxmlformats.org/officeDocument/2006/relationships/image" Target="../media/image43.png"/><Relationship Id="rId96" Type="http://schemas.openxmlformats.org/officeDocument/2006/relationships/customXml" Target="../ink/ink113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66.xml"/><Relationship Id="rId23" Type="http://schemas.openxmlformats.org/officeDocument/2006/relationships/image" Target="../media/image111.png"/><Relationship Id="rId28" Type="http://schemas.openxmlformats.org/officeDocument/2006/relationships/customXml" Target="../ink/ink77.xml"/><Relationship Id="rId49" Type="http://schemas.openxmlformats.org/officeDocument/2006/relationships/customXml" Target="../ink/ink88.xml"/><Relationship Id="rId114" Type="http://schemas.openxmlformats.org/officeDocument/2006/relationships/customXml" Target="../ink/ink122.xml"/><Relationship Id="rId119" Type="http://schemas.openxmlformats.org/officeDocument/2006/relationships/image" Target="../media/image57.png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96.xml"/><Relationship Id="rId81" Type="http://schemas.openxmlformats.org/officeDocument/2006/relationships/image" Target="../media/image38.png"/><Relationship Id="rId86" Type="http://schemas.openxmlformats.org/officeDocument/2006/relationships/customXml" Target="../ink/ink108.xml"/><Relationship Id="rId4" Type="http://schemas.openxmlformats.org/officeDocument/2006/relationships/customXml" Target="../ink/ink65.xml"/><Relationship Id="rId9" Type="http://schemas.openxmlformats.org/officeDocument/2006/relationships/image" Target="../media/image410.png"/><Relationship Id="rId13" Type="http://schemas.openxmlformats.org/officeDocument/2006/relationships/image" Target="../media/image610.png"/><Relationship Id="rId18" Type="http://schemas.openxmlformats.org/officeDocument/2006/relationships/customXml" Target="../ink/ink72.xml"/><Relationship Id="rId39" Type="http://schemas.openxmlformats.org/officeDocument/2006/relationships/customXml" Target="../ink/ink83.xml"/><Relationship Id="rId109" Type="http://schemas.openxmlformats.org/officeDocument/2006/relationships/image" Target="../media/image52.png"/><Relationship Id="rId34" Type="http://schemas.openxmlformats.org/officeDocument/2006/relationships/customXml" Target="../ink/ink80.xml"/><Relationship Id="rId50" Type="http://schemas.openxmlformats.org/officeDocument/2006/relationships/image" Target="../media/image24.png"/><Relationship Id="rId55" Type="http://schemas.openxmlformats.org/officeDocument/2006/relationships/customXml" Target="../ink/ink91.xml"/><Relationship Id="rId76" Type="http://schemas.openxmlformats.org/officeDocument/2006/relationships/customXml" Target="../ink/ink103.xml"/><Relationship Id="rId97" Type="http://schemas.openxmlformats.org/officeDocument/2006/relationships/image" Target="../media/image46.png"/><Relationship Id="rId104" Type="http://schemas.openxmlformats.org/officeDocument/2006/relationships/customXml" Target="../ink/ink117.xml"/><Relationship Id="rId120" Type="http://schemas.openxmlformats.org/officeDocument/2006/relationships/customXml" Target="../ink/ink125.xml"/><Relationship Id="rId7" Type="http://schemas.openxmlformats.org/officeDocument/2006/relationships/image" Target="../media/image310.png"/><Relationship Id="rId71" Type="http://schemas.openxmlformats.org/officeDocument/2006/relationships/image" Target="../media/image34.png"/><Relationship Id="rId92" Type="http://schemas.openxmlformats.org/officeDocument/2006/relationships/customXml" Target="../ink/ink111.xml"/><Relationship Id="rId2" Type="http://schemas.openxmlformats.org/officeDocument/2006/relationships/customXml" Target="../ink/ink64.xml"/><Relationship Id="rId29" Type="http://schemas.openxmlformats.org/officeDocument/2006/relationships/image" Target="../media/image14.png"/><Relationship Id="rId24" Type="http://schemas.openxmlformats.org/officeDocument/2006/relationships/customXml" Target="../ink/ink75.xml"/><Relationship Id="rId40" Type="http://schemas.openxmlformats.org/officeDocument/2006/relationships/image" Target="../media/image19.png"/><Relationship Id="rId45" Type="http://schemas.openxmlformats.org/officeDocument/2006/relationships/customXml" Target="../ink/ink86.xml"/><Relationship Id="rId66" Type="http://schemas.openxmlformats.org/officeDocument/2006/relationships/customXml" Target="../ink/ink97.xml"/><Relationship Id="rId87" Type="http://schemas.openxmlformats.org/officeDocument/2006/relationships/image" Target="../media/image41.png"/><Relationship Id="rId110" Type="http://schemas.openxmlformats.org/officeDocument/2006/relationships/customXml" Target="../ink/ink120.xml"/><Relationship Id="rId115" Type="http://schemas.openxmlformats.org/officeDocument/2006/relationships/image" Target="../media/image55.png"/><Relationship Id="rId61" Type="http://schemas.openxmlformats.org/officeDocument/2006/relationships/customXml" Target="../ink/ink94.xml"/><Relationship Id="rId82" Type="http://schemas.openxmlformats.org/officeDocument/2006/relationships/customXml" Target="../ink/ink106.xml"/><Relationship Id="rId19" Type="http://schemas.openxmlformats.org/officeDocument/2006/relationships/image" Target="../media/image910.png"/><Relationship Id="rId14" Type="http://schemas.openxmlformats.org/officeDocument/2006/relationships/customXml" Target="../ink/ink70.xml"/><Relationship Id="rId30" Type="http://schemas.openxmlformats.org/officeDocument/2006/relationships/customXml" Target="../ink/ink78.xml"/><Relationship Id="rId35" Type="http://schemas.openxmlformats.org/officeDocument/2006/relationships/customXml" Target="../ink/ink81.xml"/><Relationship Id="rId56" Type="http://schemas.openxmlformats.org/officeDocument/2006/relationships/image" Target="../media/image27.png"/><Relationship Id="rId77" Type="http://schemas.openxmlformats.org/officeDocument/2006/relationships/image" Target="../media/image36.png"/><Relationship Id="rId100" Type="http://schemas.openxmlformats.org/officeDocument/2006/relationships/customXml" Target="../ink/ink115.xml"/><Relationship Id="rId105" Type="http://schemas.openxmlformats.org/officeDocument/2006/relationships/image" Target="../media/image50.png"/><Relationship Id="rId8" Type="http://schemas.openxmlformats.org/officeDocument/2006/relationships/customXml" Target="../ink/ink67.xml"/><Relationship Id="rId51" Type="http://schemas.openxmlformats.org/officeDocument/2006/relationships/customXml" Target="../ink/ink89.xml"/><Relationship Id="rId72" Type="http://schemas.openxmlformats.org/officeDocument/2006/relationships/customXml" Target="../ink/ink100.xml"/><Relationship Id="rId93" Type="http://schemas.openxmlformats.org/officeDocument/2006/relationships/image" Target="../media/image44.png"/><Relationship Id="rId98" Type="http://schemas.openxmlformats.org/officeDocument/2006/relationships/customXml" Target="../ink/ink114.xml"/><Relationship Id="rId121" Type="http://schemas.openxmlformats.org/officeDocument/2006/relationships/customXml" Target="../ink/ink126.xml"/><Relationship Id="rId3" Type="http://schemas.openxmlformats.org/officeDocument/2006/relationships/image" Target="../media/image110.png"/><Relationship Id="rId25" Type="http://schemas.openxmlformats.org/officeDocument/2006/relationships/image" Target="../media/image120.png"/><Relationship Id="rId46" Type="http://schemas.openxmlformats.org/officeDocument/2006/relationships/image" Target="../media/image22.png"/><Relationship Id="rId67" Type="http://schemas.openxmlformats.org/officeDocument/2006/relationships/image" Target="../media/image32.png"/><Relationship Id="rId116" Type="http://schemas.openxmlformats.org/officeDocument/2006/relationships/customXml" Target="../ink/ink123.xml"/><Relationship Id="rId20" Type="http://schemas.openxmlformats.org/officeDocument/2006/relationships/customXml" Target="../ink/ink73.xml"/><Relationship Id="rId41" Type="http://schemas.openxmlformats.org/officeDocument/2006/relationships/customXml" Target="../ink/ink84.xml"/><Relationship Id="rId62" Type="http://schemas.openxmlformats.org/officeDocument/2006/relationships/image" Target="../media/image30.png"/><Relationship Id="rId83" Type="http://schemas.openxmlformats.org/officeDocument/2006/relationships/image" Target="../media/image39.png"/><Relationship Id="rId88" Type="http://schemas.openxmlformats.org/officeDocument/2006/relationships/customXml" Target="../ink/ink109.xml"/><Relationship Id="rId111" Type="http://schemas.openxmlformats.org/officeDocument/2006/relationships/image" Target="../media/image53.png"/><Relationship Id="rId15" Type="http://schemas.openxmlformats.org/officeDocument/2006/relationships/image" Target="../media/image710.png"/><Relationship Id="rId36" Type="http://schemas.openxmlformats.org/officeDocument/2006/relationships/image" Target="../media/image17.png"/><Relationship Id="rId57" Type="http://schemas.openxmlformats.org/officeDocument/2006/relationships/customXml" Target="../ink/ink92.xml"/><Relationship Id="rId106" Type="http://schemas.openxmlformats.org/officeDocument/2006/relationships/customXml" Target="../ink/ink118.xml"/><Relationship Id="rId10" Type="http://schemas.openxmlformats.org/officeDocument/2006/relationships/customXml" Target="../ink/ink68.xml"/><Relationship Id="rId31" Type="http://schemas.openxmlformats.org/officeDocument/2006/relationships/image" Target="../media/image15.png"/><Relationship Id="rId52" Type="http://schemas.openxmlformats.org/officeDocument/2006/relationships/image" Target="../media/image25.png"/><Relationship Id="rId73" Type="http://schemas.openxmlformats.org/officeDocument/2006/relationships/customXml" Target="../ink/ink101.xml"/><Relationship Id="rId78" Type="http://schemas.openxmlformats.org/officeDocument/2006/relationships/customXml" Target="../ink/ink104.xml"/><Relationship Id="rId94" Type="http://schemas.openxmlformats.org/officeDocument/2006/relationships/customXml" Target="../ink/ink112.xml"/><Relationship Id="rId99" Type="http://schemas.openxmlformats.org/officeDocument/2006/relationships/image" Target="../media/image47.png"/><Relationship Id="rId101" Type="http://schemas.openxmlformats.org/officeDocument/2006/relationships/image" Target="../media/image48.png"/><Relationship Id="rId122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9.xml"/><Relationship Id="rId21" Type="http://schemas.openxmlformats.org/officeDocument/2006/relationships/image" Target="../media/image67.png"/><Relationship Id="rId42" Type="http://schemas.openxmlformats.org/officeDocument/2006/relationships/customXml" Target="../ink/ink147.xml"/><Relationship Id="rId47" Type="http://schemas.openxmlformats.org/officeDocument/2006/relationships/image" Target="../media/image80.png"/><Relationship Id="rId63" Type="http://schemas.openxmlformats.org/officeDocument/2006/relationships/image" Target="../media/image88.png"/><Relationship Id="rId68" Type="http://schemas.openxmlformats.org/officeDocument/2006/relationships/customXml" Target="../ink/ink160.xml"/><Relationship Id="rId84" Type="http://schemas.openxmlformats.org/officeDocument/2006/relationships/customXml" Target="../ink/ink168.xml"/><Relationship Id="rId89" Type="http://schemas.openxmlformats.org/officeDocument/2006/relationships/image" Target="../media/image101.png"/><Relationship Id="rId16" Type="http://schemas.openxmlformats.org/officeDocument/2006/relationships/customXml" Target="../ink/ink134.xml"/><Relationship Id="rId11" Type="http://schemas.openxmlformats.org/officeDocument/2006/relationships/image" Target="../media/image62.png"/><Relationship Id="rId32" Type="http://schemas.openxmlformats.org/officeDocument/2006/relationships/customXml" Target="../ink/ink142.xml"/><Relationship Id="rId37" Type="http://schemas.openxmlformats.org/officeDocument/2006/relationships/image" Target="../media/image75.png"/><Relationship Id="rId53" Type="http://schemas.openxmlformats.org/officeDocument/2006/relationships/image" Target="../media/image83.png"/><Relationship Id="rId58" Type="http://schemas.openxmlformats.org/officeDocument/2006/relationships/customXml" Target="../ink/ink155.xml"/><Relationship Id="rId74" Type="http://schemas.openxmlformats.org/officeDocument/2006/relationships/customXml" Target="../ink/ink163.xml"/><Relationship Id="rId79" Type="http://schemas.openxmlformats.org/officeDocument/2006/relationships/image" Target="../media/image96.png"/><Relationship Id="rId5" Type="http://schemas.openxmlformats.org/officeDocument/2006/relationships/image" Target="../media/image59.png"/><Relationship Id="rId90" Type="http://schemas.openxmlformats.org/officeDocument/2006/relationships/customXml" Target="../ink/ink171.xml"/><Relationship Id="rId95" Type="http://schemas.openxmlformats.org/officeDocument/2006/relationships/image" Target="../media/image104.png"/><Relationship Id="rId22" Type="http://schemas.openxmlformats.org/officeDocument/2006/relationships/customXml" Target="../ink/ink137.xml"/><Relationship Id="rId27" Type="http://schemas.openxmlformats.org/officeDocument/2006/relationships/image" Target="../media/image70.png"/><Relationship Id="rId43" Type="http://schemas.openxmlformats.org/officeDocument/2006/relationships/image" Target="../media/image78.png"/><Relationship Id="rId48" Type="http://schemas.openxmlformats.org/officeDocument/2006/relationships/customXml" Target="../ink/ink150.xml"/><Relationship Id="rId64" Type="http://schemas.openxmlformats.org/officeDocument/2006/relationships/customXml" Target="../ink/ink158.xml"/><Relationship Id="rId69" Type="http://schemas.openxmlformats.org/officeDocument/2006/relationships/image" Target="../media/image91.png"/><Relationship Id="rId80" Type="http://schemas.openxmlformats.org/officeDocument/2006/relationships/customXml" Target="../ink/ink166.xml"/><Relationship Id="rId85" Type="http://schemas.openxmlformats.org/officeDocument/2006/relationships/image" Target="../media/image99.png"/><Relationship Id="rId12" Type="http://schemas.openxmlformats.org/officeDocument/2006/relationships/customXml" Target="../ink/ink132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38" Type="http://schemas.openxmlformats.org/officeDocument/2006/relationships/customXml" Target="../ink/ink145.xml"/><Relationship Id="rId46" Type="http://schemas.openxmlformats.org/officeDocument/2006/relationships/customXml" Target="../ink/ink149.xml"/><Relationship Id="rId59" Type="http://schemas.openxmlformats.org/officeDocument/2006/relationships/image" Target="../media/image86.png"/><Relationship Id="rId67" Type="http://schemas.openxmlformats.org/officeDocument/2006/relationships/image" Target="../media/image90.png"/><Relationship Id="rId20" Type="http://schemas.openxmlformats.org/officeDocument/2006/relationships/customXml" Target="../ink/ink136.xml"/><Relationship Id="rId41" Type="http://schemas.openxmlformats.org/officeDocument/2006/relationships/image" Target="../media/image77.png"/><Relationship Id="rId54" Type="http://schemas.openxmlformats.org/officeDocument/2006/relationships/customXml" Target="../ink/ink153.xml"/><Relationship Id="rId62" Type="http://schemas.openxmlformats.org/officeDocument/2006/relationships/customXml" Target="../ink/ink157.xml"/><Relationship Id="rId70" Type="http://schemas.openxmlformats.org/officeDocument/2006/relationships/customXml" Target="../ink/ink161.xml"/><Relationship Id="rId75" Type="http://schemas.openxmlformats.org/officeDocument/2006/relationships/image" Target="../media/image94.png"/><Relationship Id="rId83" Type="http://schemas.openxmlformats.org/officeDocument/2006/relationships/image" Target="../media/image98.png"/><Relationship Id="rId88" Type="http://schemas.openxmlformats.org/officeDocument/2006/relationships/customXml" Target="../ink/ink170.xml"/><Relationship Id="rId91" Type="http://schemas.openxmlformats.org/officeDocument/2006/relationships/image" Target="../media/image102.png"/><Relationship Id="rId96" Type="http://schemas.openxmlformats.org/officeDocument/2006/relationships/customXml" Target="../ink/ink174.xml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129.xml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140.xml"/><Relationship Id="rId36" Type="http://schemas.openxmlformats.org/officeDocument/2006/relationships/customXml" Target="../ink/ink144.xml"/><Relationship Id="rId49" Type="http://schemas.openxmlformats.org/officeDocument/2006/relationships/image" Target="../media/image81.png"/><Relationship Id="rId57" Type="http://schemas.openxmlformats.org/officeDocument/2006/relationships/image" Target="../media/image85.png"/><Relationship Id="rId10" Type="http://schemas.openxmlformats.org/officeDocument/2006/relationships/customXml" Target="../ink/ink131.xml"/><Relationship Id="rId31" Type="http://schemas.openxmlformats.org/officeDocument/2006/relationships/image" Target="../media/image72.png"/><Relationship Id="rId44" Type="http://schemas.openxmlformats.org/officeDocument/2006/relationships/customXml" Target="../ink/ink148.xml"/><Relationship Id="rId52" Type="http://schemas.openxmlformats.org/officeDocument/2006/relationships/customXml" Target="../ink/ink152.xml"/><Relationship Id="rId60" Type="http://schemas.openxmlformats.org/officeDocument/2006/relationships/customXml" Target="../ink/ink156.xml"/><Relationship Id="rId65" Type="http://schemas.openxmlformats.org/officeDocument/2006/relationships/image" Target="../media/image89.png"/><Relationship Id="rId73" Type="http://schemas.openxmlformats.org/officeDocument/2006/relationships/image" Target="../media/image93.png"/><Relationship Id="rId78" Type="http://schemas.openxmlformats.org/officeDocument/2006/relationships/customXml" Target="../ink/ink165.xml"/><Relationship Id="rId81" Type="http://schemas.openxmlformats.org/officeDocument/2006/relationships/image" Target="../media/image97.png"/><Relationship Id="rId86" Type="http://schemas.openxmlformats.org/officeDocument/2006/relationships/customXml" Target="../ink/ink169.xml"/><Relationship Id="rId94" Type="http://schemas.openxmlformats.org/officeDocument/2006/relationships/customXml" Target="../ink/ink173.xml"/><Relationship Id="rId99" Type="http://schemas.openxmlformats.org/officeDocument/2006/relationships/image" Target="../media/image106.png"/><Relationship Id="rId101" Type="http://schemas.openxmlformats.org/officeDocument/2006/relationships/image" Target="../media/image107.png"/><Relationship Id="rId4" Type="http://schemas.openxmlformats.org/officeDocument/2006/relationships/customXml" Target="../ink/ink128.xml"/><Relationship Id="rId9" Type="http://schemas.openxmlformats.org/officeDocument/2006/relationships/image" Target="../media/image61.png"/><Relationship Id="rId13" Type="http://schemas.openxmlformats.org/officeDocument/2006/relationships/image" Target="../media/image63.png"/><Relationship Id="rId18" Type="http://schemas.openxmlformats.org/officeDocument/2006/relationships/customXml" Target="../ink/ink135.xml"/><Relationship Id="rId39" Type="http://schemas.openxmlformats.org/officeDocument/2006/relationships/image" Target="../media/image76.png"/><Relationship Id="rId34" Type="http://schemas.openxmlformats.org/officeDocument/2006/relationships/customXml" Target="../ink/ink143.xml"/><Relationship Id="rId50" Type="http://schemas.openxmlformats.org/officeDocument/2006/relationships/customXml" Target="../ink/ink151.xml"/><Relationship Id="rId55" Type="http://schemas.openxmlformats.org/officeDocument/2006/relationships/image" Target="../media/image84.png"/><Relationship Id="rId76" Type="http://schemas.openxmlformats.org/officeDocument/2006/relationships/customXml" Target="../ink/ink164.xml"/><Relationship Id="rId97" Type="http://schemas.openxmlformats.org/officeDocument/2006/relationships/image" Target="../media/image105.png"/><Relationship Id="rId7" Type="http://schemas.openxmlformats.org/officeDocument/2006/relationships/image" Target="../media/image60.png"/><Relationship Id="rId71" Type="http://schemas.openxmlformats.org/officeDocument/2006/relationships/image" Target="../media/image92.png"/><Relationship Id="rId92" Type="http://schemas.openxmlformats.org/officeDocument/2006/relationships/customXml" Target="../ink/ink172.xml"/><Relationship Id="rId2" Type="http://schemas.openxmlformats.org/officeDocument/2006/relationships/customXml" Target="../ink/ink127.xml"/><Relationship Id="rId29" Type="http://schemas.openxmlformats.org/officeDocument/2006/relationships/image" Target="../media/image71.png"/><Relationship Id="rId24" Type="http://schemas.openxmlformats.org/officeDocument/2006/relationships/customXml" Target="../ink/ink138.xml"/><Relationship Id="rId40" Type="http://schemas.openxmlformats.org/officeDocument/2006/relationships/customXml" Target="../ink/ink146.xml"/><Relationship Id="rId45" Type="http://schemas.openxmlformats.org/officeDocument/2006/relationships/image" Target="../media/image79.png"/><Relationship Id="rId66" Type="http://schemas.openxmlformats.org/officeDocument/2006/relationships/customXml" Target="../ink/ink159.xml"/><Relationship Id="rId87" Type="http://schemas.openxmlformats.org/officeDocument/2006/relationships/image" Target="../media/image100.png"/><Relationship Id="rId61" Type="http://schemas.openxmlformats.org/officeDocument/2006/relationships/image" Target="../media/image87.png"/><Relationship Id="rId82" Type="http://schemas.openxmlformats.org/officeDocument/2006/relationships/customXml" Target="../ink/ink167.xml"/><Relationship Id="rId19" Type="http://schemas.openxmlformats.org/officeDocument/2006/relationships/image" Target="../media/image66.png"/><Relationship Id="rId14" Type="http://schemas.openxmlformats.org/officeDocument/2006/relationships/customXml" Target="../ink/ink133.xml"/><Relationship Id="rId30" Type="http://schemas.openxmlformats.org/officeDocument/2006/relationships/customXml" Target="../ink/ink141.xml"/><Relationship Id="rId35" Type="http://schemas.openxmlformats.org/officeDocument/2006/relationships/image" Target="../media/image74.png"/><Relationship Id="rId56" Type="http://schemas.openxmlformats.org/officeDocument/2006/relationships/customXml" Target="../ink/ink154.xml"/><Relationship Id="rId77" Type="http://schemas.openxmlformats.org/officeDocument/2006/relationships/image" Target="../media/image95.png"/><Relationship Id="rId100" Type="http://schemas.openxmlformats.org/officeDocument/2006/relationships/customXml" Target="../ink/ink176.xml"/><Relationship Id="rId8" Type="http://schemas.openxmlformats.org/officeDocument/2006/relationships/customXml" Target="../ink/ink130.xml"/><Relationship Id="rId51" Type="http://schemas.openxmlformats.org/officeDocument/2006/relationships/image" Target="../media/image82.png"/><Relationship Id="rId72" Type="http://schemas.openxmlformats.org/officeDocument/2006/relationships/customXml" Target="../ink/ink162.xml"/><Relationship Id="rId93" Type="http://schemas.openxmlformats.org/officeDocument/2006/relationships/image" Target="../media/image103.png"/><Relationship Id="rId98" Type="http://schemas.openxmlformats.org/officeDocument/2006/relationships/customXml" Target="../ink/ink175.xml"/><Relationship Id="rId3" Type="http://schemas.openxmlformats.org/officeDocument/2006/relationships/image" Target="../media/image5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88" y="2590100"/>
            <a:ext cx="4383024" cy="2127504"/>
          </a:xfrm>
        </p:spPr>
        <p:txBody>
          <a:bodyPr/>
          <a:lstStyle/>
          <a:p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Project I</a:t>
            </a:r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816136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err="1"/>
              <a:t>Ứng</a:t>
            </a:r>
            <a:r>
              <a:rPr lang="en-US" sz="4800" dirty="0"/>
              <a:t> </a:t>
            </a:r>
            <a:r>
              <a:rPr lang="en-US" sz="4800" dirty="0" err="1"/>
              <a:t>dụng</a:t>
            </a:r>
            <a:r>
              <a:rPr lang="en-US" sz="4800" dirty="0"/>
              <a:t> </a:t>
            </a:r>
            <a:r>
              <a:rPr lang="en-US" sz="4800" dirty="0" err="1"/>
              <a:t>phát</a:t>
            </a:r>
            <a:r>
              <a:rPr lang="en-US" sz="4800" dirty="0"/>
              <a:t> </a:t>
            </a:r>
            <a:r>
              <a:rPr lang="en-US" sz="4800" dirty="0" err="1"/>
              <a:t>hiện</a:t>
            </a:r>
            <a:r>
              <a:rPr lang="en-US" sz="4800" dirty="0"/>
              <a:t> </a:t>
            </a:r>
            <a:r>
              <a:rPr lang="en-US" sz="4800" dirty="0" err="1"/>
              <a:t>gù</a:t>
            </a:r>
            <a:r>
              <a:rPr lang="en-US" sz="4800" dirty="0"/>
              <a:t> </a:t>
            </a:r>
            <a:r>
              <a:rPr lang="en-US" sz="4800" dirty="0" err="1"/>
              <a:t>lưng</a:t>
            </a:r>
            <a:endParaRPr lang="en-US" sz="48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Sinh </a:t>
            </a:r>
            <a:r>
              <a:rPr lang="en-US" sz="2800" b="0" dirty="0" err="1"/>
              <a:t>viên</a:t>
            </a:r>
            <a:r>
              <a:rPr lang="en-US" sz="2800" b="0" dirty="0"/>
              <a:t> </a:t>
            </a:r>
            <a:r>
              <a:rPr lang="en-US" sz="2800" b="0" dirty="0" err="1"/>
              <a:t>thực</a:t>
            </a:r>
            <a:r>
              <a:rPr lang="en-US" sz="2800" b="0" dirty="0"/>
              <a:t> </a:t>
            </a:r>
            <a:r>
              <a:rPr lang="en-US" sz="2800" b="0" dirty="0" err="1"/>
              <a:t>hiện</a:t>
            </a:r>
            <a:r>
              <a:rPr lang="en-US" sz="2800" b="0" dirty="0"/>
              <a:t>: Nguyễn </a:t>
            </a:r>
            <a:r>
              <a:rPr lang="en-US" sz="2800" b="0" dirty="0" err="1"/>
              <a:t>Trọng</a:t>
            </a:r>
            <a:r>
              <a:rPr lang="en-US" sz="2800" b="0" dirty="0"/>
              <a:t> </a:t>
            </a:r>
            <a:r>
              <a:rPr lang="en-US" sz="2800" b="0" dirty="0" err="1"/>
              <a:t>Hiệp</a:t>
            </a:r>
            <a:endParaRPr lang="en-US" sz="2800" b="0" dirty="0"/>
          </a:p>
          <a:p>
            <a:r>
              <a:rPr lang="en-US" sz="2800" b="0" dirty="0" err="1"/>
              <a:t>Mã</a:t>
            </a:r>
            <a:r>
              <a:rPr lang="en-US" sz="2800" b="0" dirty="0"/>
              <a:t> </a:t>
            </a:r>
            <a:r>
              <a:rPr lang="en-US" sz="2800" b="0" dirty="0" err="1"/>
              <a:t>số</a:t>
            </a:r>
            <a:r>
              <a:rPr lang="en-US" sz="2800" b="0" dirty="0"/>
              <a:t> </a:t>
            </a:r>
            <a:r>
              <a:rPr lang="en-US" sz="2800" b="0" dirty="0" err="1"/>
              <a:t>sinh</a:t>
            </a:r>
            <a:r>
              <a:rPr lang="en-US" sz="2800" b="0" dirty="0"/>
              <a:t> </a:t>
            </a:r>
            <a:r>
              <a:rPr lang="en-US" sz="2800" b="0" dirty="0" err="1"/>
              <a:t>viên</a:t>
            </a:r>
            <a:r>
              <a:rPr lang="en-US" sz="2800" b="0" dirty="0"/>
              <a:t>: 20232069</a:t>
            </a:r>
          </a:p>
          <a:p>
            <a:r>
              <a:rPr lang="en-US" sz="2800" b="0" dirty="0" err="1"/>
              <a:t>Giảng</a:t>
            </a:r>
            <a:r>
              <a:rPr lang="en-US" sz="2800" b="0" dirty="0"/>
              <a:t> </a:t>
            </a:r>
            <a:r>
              <a:rPr lang="en-US" sz="2800" b="0" dirty="0" err="1"/>
              <a:t>viên</a:t>
            </a:r>
            <a:r>
              <a:rPr lang="en-US" sz="2800" b="0" dirty="0"/>
              <a:t> </a:t>
            </a:r>
            <a:r>
              <a:rPr lang="en-US" sz="2800" b="0" dirty="0" err="1"/>
              <a:t>hướng</a:t>
            </a:r>
            <a:r>
              <a:rPr lang="en-US" sz="2800" b="0" dirty="0"/>
              <a:t> </a:t>
            </a:r>
            <a:r>
              <a:rPr lang="en-US" sz="2800" b="0" dirty="0" err="1"/>
              <a:t>dẫn</a:t>
            </a:r>
            <a:r>
              <a:rPr lang="en-US" sz="2800" b="0" dirty="0"/>
              <a:t>: Dương Hữu Huynh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OpenCV: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webcam</a:t>
            </a:r>
          </a:p>
          <a:p>
            <a:r>
              <a:rPr lang="en-US" dirty="0" err="1"/>
              <a:t>MediaPipe</a:t>
            </a:r>
            <a:r>
              <a:rPr lang="en-US" dirty="0"/>
              <a:t> Pose </a:t>
            </a:r>
            <a:r>
              <a:rPr lang="en-US" dirty="0" err="1"/>
              <a:t>Landmarker</a:t>
            </a:r>
            <a:r>
              <a:rPr lang="en-US" dirty="0"/>
              <a:t>: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r>
              <a:rPr lang="en-US" dirty="0" err="1"/>
              <a:t>PySide6</a:t>
            </a:r>
            <a:r>
              <a:rPr lang="en-US" dirty="0"/>
              <a:t>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desktop</a:t>
            </a:r>
          </a:p>
          <a:p>
            <a:r>
              <a:rPr lang="en-US" dirty="0" err="1"/>
              <a:t>QSettings</a:t>
            </a:r>
            <a:r>
              <a:rPr lang="en-US" dirty="0"/>
              <a:t>, </a:t>
            </a:r>
            <a:r>
              <a:rPr lang="en-US" dirty="0" err="1"/>
              <a:t>QThread</a:t>
            </a:r>
            <a:r>
              <a:rPr lang="en-US" dirty="0"/>
              <a:t>, </a:t>
            </a:r>
            <a:r>
              <a:rPr lang="en-US" dirty="0" err="1"/>
              <a:t>QSystemTrayIcon</a:t>
            </a:r>
            <a:r>
              <a:rPr lang="en-US" dirty="0"/>
              <a:t>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  <a:p>
            <a:r>
              <a:rPr lang="en-US" dirty="0"/>
              <a:t>Qt Multimedia: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nhở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Mở</a:t>
            </a:r>
            <a:r>
              <a:rPr lang="en-US" dirty="0"/>
              <a:t> webcam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Hiệu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F26E-232A-CD21-BF1B-03D66FE7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F302D6-B389-2607-0883-541A2DF8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00D2E3-8DF4-C662-F1E5-69913310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51058-2B74-9FE4-7A3F-A37AA94C8C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ngồi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3 </a:t>
            </a:r>
            <a:r>
              <a:rPr lang="en-US" dirty="0" err="1"/>
              <a:t>giây</a:t>
            </a:r>
            <a:endParaRPr lang="en-US" dirty="0"/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vai</a:t>
            </a:r>
            <a:endParaRPr lang="en-US" dirty="0"/>
          </a:p>
          <a:p>
            <a:pPr lvl="1"/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vai</a:t>
            </a:r>
            <a:endParaRPr lang="en-US" dirty="0"/>
          </a:p>
          <a:p>
            <a:pPr lvl="1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vai</a:t>
            </a:r>
            <a:endParaRPr lang="en-US" dirty="0"/>
          </a:p>
          <a:p>
            <a:pPr lvl="1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mặt</a:t>
            </a:r>
            <a:endParaRPr lang="en-US" dirty="0"/>
          </a:p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mốc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4AC5-12DF-6EF2-A93E-E4AE7981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32E3DC-3DBB-C96A-FE5B-1A5C1AE5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2DCD28-0995-77F2-1A7D-C81CB783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D8818-DEEC-7437-AEBF-2686FA4B78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Vai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baseline →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gù</a:t>
            </a:r>
            <a:endParaRPr lang="en-US" dirty="0"/>
          </a:p>
          <a:p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→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cúi</a:t>
            </a:r>
            <a:r>
              <a:rPr lang="en-US" dirty="0"/>
              <a:t> </a:t>
            </a:r>
            <a:r>
              <a:rPr lang="en-US" dirty="0" err="1"/>
              <a:t>người</a:t>
            </a:r>
            <a:endParaRPr lang="en-US" dirty="0"/>
          </a:p>
          <a:p>
            <a:r>
              <a:rPr lang="en-US" dirty="0"/>
              <a:t>Vai/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hẹp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→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ngả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Good posture</a:t>
            </a:r>
          </a:p>
          <a:p>
            <a:pPr lvl="1"/>
            <a:r>
              <a:rPr lang="en-US" dirty="0"/>
              <a:t>Mild slouching</a:t>
            </a:r>
          </a:p>
          <a:p>
            <a:pPr lvl="1"/>
            <a:r>
              <a:rPr lang="en-US" dirty="0"/>
              <a:t>Likely hunch/slouching</a:t>
            </a:r>
          </a:p>
          <a:p>
            <a:pPr lvl="1"/>
            <a:r>
              <a:rPr lang="en-US" dirty="0"/>
              <a:t>Leaning backward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2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B00CD1-231E-9B25-1D67-44EC07B9D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081511"/>
              </p:ext>
            </p:extLst>
          </p:nvPr>
        </p:nvGraphicFramePr>
        <p:xfrm>
          <a:off x="234949" y="1227551"/>
          <a:ext cx="8673846" cy="48684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36923">
                  <a:extLst>
                    <a:ext uri="{9D8B030D-6E8A-4147-A177-3AD203B41FA5}">
                      <a16:colId xmlns:a16="http://schemas.microsoft.com/office/drawing/2014/main" val="1829728045"/>
                    </a:ext>
                  </a:extLst>
                </a:gridCol>
                <a:gridCol w="4336923">
                  <a:extLst>
                    <a:ext uri="{9D8B030D-6E8A-4147-A177-3AD203B41FA5}">
                      <a16:colId xmlns:a16="http://schemas.microsoft.com/office/drawing/2014/main" val="1529865355"/>
                    </a:ext>
                  </a:extLst>
                </a:gridCol>
              </a:tblGrid>
              <a:tr h="526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Điều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kiện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Ý nghĩa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82796320"/>
                  </a:ext>
                </a:extLst>
              </a:tr>
              <a:tr h="11168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shoulder_width_ratio &lt; 0.82 và face_width_ratio &lt; 0.82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Ngả sau rõ.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3283789"/>
                  </a:ext>
                </a:extLst>
              </a:tr>
              <a:tr h="11168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shoulder_width_ratio &lt; 0.90 hoặc face_width_ratio &lt; 0.90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Hơi ngả sau.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45411072"/>
                  </a:ext>
                </a:extLst>
              </a:tr>
              <a:tr h="526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shoulder_drop &gt; 0.067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Vai </a:t>
                      </a:r>
                      <a:r>
                        <a:rPr lang="en-US" sz="2000" kern="100" dirty="0" err="1">
                          <a:effectLst/>
                        </a:rPr>
                        <a:t>tụt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xuống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rõ</a:t>
                      </a:r>
                      <a:r>
                        <a:rPr lang="en-US" sz="2000" kern="100" dirty="0">
                          <a:effectLst/>
                        </a:rPr>
                        <a:t> so </a:t>
                      </a:r>
                      <a:r>
                        <a:rPr lang="en-US" sz="2000" kern="100" dirty="0" err="1">
                          <a:effectLst/>
                        </a:rPr>
                        <a:t>với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tư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thế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chuẩn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20817433"/>
                  </a:ext>
                </a:extLst>
              </a:tr>
              <a:tr h="526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shoulder_drop &gt; 0.030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Vai tụt nhẹ.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40884208"/>
                  </a:ext>
                </a:extLst>
              </a:tr>
              <a:tr h="526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nose_ratio &lt; 0.707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Mũi gần vai rõ, dấu hiệu cúi/gù.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66436442"/>
                  </a:ext>
                </a:extLst>
              </a:tr>
              <a:tr h="526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nose_ratio &lt; 0.866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Cúi</a:t>
                      </a:r>
                      <a:r>
                        <a:rPr lang="en-US" sz="2000" kern="100" dirty="0">
                          <a:effectLst/>
                        </a:rPr>
                        <a:t> </a:t>
                      </a:r>
                      <a:r>
                        <a:rPr lang="en-US" sz="2000" kern="100" dirty="0" err="1">
                          <a:effectLst/>
                        </a:rPr>
                        <a:t>nhẹ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3718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8160B3C-7E4C-FEC4-C7ED-4E91AA142AD2}"/>
              </a:ext>
            </a:extLst>
          </p:cNvPr>
          <p:cNvGrpSpPr/>
          <p:nvPr/>
        </p:nvGrpSpPr>
        <p:grpSpPr>
          <a:xfrm>
            <a:off x="47218" y="1041341"/>
            <a:ext cx="9074259" cy="4587292"/>
            <a:chOff x="121009" y="145518"/>
            <a:chExt cx="11944196" cy="6549543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7CE2EF9-A2A5-5763-9391-33987D995954}"/>
                </a:ext>
              </a:extLst>
            </p:cNvPr>
            <p:cNvSpPr txBox="1"/>
            <p:nvPr/>
          </p:nvSpPr>
          <p:spPr>
            <a:xfrm>
              <a:off x="558150" y="1985500"/>
              <a:ext cx="4187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Baseline nose</a:t>
              </a:r>
            </a:p>
            <a:p>
              <a:r>
                <a:rPr lang="en-US" sz="1600" dirty="0"/>
                <a:t>To shoulder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701374D-400E-2754-39BB-92381E02DAB3}"/>
                </a:ext>
              </a:extLst>
            </p:cNvPr>
            <p:cNvSpPr txBox="1"/>
            <p:nvPr/>
          </p:nvSpPr>
          <p:spPr>
            <a:xfrm>
              <a:off x="5610338" y="2214642"/>
              <a:ext cx="4187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Current nose </a:t>
              </a:r>
            </a:p>
            <a:p>
              <a:r>
                <a:rPr lang="en-US" sz="1600" dirty="0"/>
                <a:t>to shoulder</a:t>
              </a: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D2FDCFB8-EA50-04A9-4AD2-8C78996809B4}"/>
                </a:ext>
              </a:extLst>
            </p:cNvPr>
            <p:cNvGrpSpPr/>
            <p:nvPr/>
          </p:nvGrpSpPr>
          <p:grpSpPr>
            <a:xfrm>
              <a:off x="6544794" y="145518"/>
              <a:ext cx="4591909" cy="3465801"/>
              <a:chOff x="5857101" y="641379"/>
              <a:chExt cx="4591909" cy="3465801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C29C6D4-77EB-1B90-477A-D86B1241F773}"/>
                  </a:ext>
                </a:extLst>
              </p:cNvPr>
              <p:cNvCxnSpPr/>
              <p:nvPr/>
            </p:nvCxnSpPr>
            <p:spPr>
              <a:xfrm>
                <a:off x="7262158" y="1927816"/>
                <a:ext cx="0" cy="17390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2DC9592-8F9D-D3BA-43B7-CC87587DCB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74342" y="1815511"/>
                <a:ext cx="1341715" cy="2246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FB32854D-AEEB-1AD5-1E07-0FE01E8ED3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0940" y="2491077"/>
                <a:ext cx="1105232" cy="14232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370EE460-83CE-B741-C88F-DA9149894A0F}"/>
                  </a:ext>
                </a:extLst>
              </p:cNvPr>
              <p:cNvCxnSpPr/>
              <p:nvPr/>
            </p:nvCxnSpPr>
            <p:spPr>
              <a:xfrm flipV="1">
                <a:off x="9001872" y="1648238"/>
                <a:ext cx="0" cy="15107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66A96AF9-2D0D-D893-FF18-6B17B08337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7101" y="2689858"/>
                <a:ext cx="4591909" cy="1417322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72E2890F-E305-8E01-5D40-AEFDC51F4373}"/>
                      </a:ext>
                    </a:extLst>
                  </p14:cNvPr>
                  <p14:cNvContentPartPr/>
                  <p14:nvPr/>
                </p14:nvContentPartPr>
                <p14:xfrm>
                  <a:off x="9009699" y="3023814"/>
                  <a:ext cx="72000" cy="7848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BE58A733-D733-41D7-257B-C1C011E6AF0A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003579" y="3017694"/>
                    <a:ext cx="84240" cy="9072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28A4076E-60F3-881F-F962-311977198A8B}"/>
                  </a:ext>
                </a:extLst>
              </p:cNvPr>
              <p:cNvCxnSpPr/>
              <p:nvPr/>
            </p:nvCxnSpPr>
            <p:spPr>
              <a:xfrm flipH="1" flipV="1">
                <a:off x="7591839" y="2219407"/>
                <a:ext cx="1410033" cy="90676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01FAFDA-9E93-F6EB-D9FA-7AD96B593258}"/>
                  </a:ext>
                </a:extLst>
              </p:cNvPr>
              <p:cNvSpPr/>
              <p:nvPr/>
            </p:nvSpPr>
            <p:spPr>
              <a:xfrm>
                <a:off x="6659142" y="1362654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F4483DB-F9A7-99D4-1A3D-E303C8E88F82}"/>
                  </a:ext>
                </a:extLst>
              </p:cNvPr>
              <p:cNvSpPr/>
              <p:nvPr/>
            </p:nvSpPr>
            <p:spPr>
              <a:xfrm>
                <a:off x="8473110" y="641379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7E2B232D-7E5A-5D14-2C5D-1CCF03B5ABC8}"/>
                  </a:ext>
                </a:extLst>
              </p:cNvPr>
              <p:cNvSpPr/>
              <p:nvPr/>
            </p:nvSpPr>
            <p:spPr>
              <a:xfrm>
                <a:off x="8927824" y="1094236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369C8A2-92D3-BD2B-875B-805445895039}"/>
                  </a:ext>
                </a:extLst>
              </p:cNvPr>
              <p:cNvSpPr/>
              <p:nvPr/>
            </p:nvSpPr>
            <p:spPr>
              <a:xfrm>
                <a:off x="7106028" y="1815511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09E6AF3-8A02-374C-FFAE-A7885FA959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2168" y="2040122"/>
                <a:ext cx="0" cy="195636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8FFD5D40-B5B1-5615-72FB-685B346BF2E6}"/>
                      </a:ext>
                    </a:extLst>
                  </p14:cNvPr>
                  <p14:cNvContentPartPr/>
                  <p14:nvPr/>
                </p14:nvContentPartPr>
                <p14:xfrm>
                  <a:off x="7265640" y="3593865"/>
                  <a:ext cx="50400" cy="550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53502E5E-043B-1481-828E-D81A67BD2F69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259520" y="3587745"/>
                    <a:ext cx="62640" cy="67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BA54DAD9-CD57-2D77-C0AE-30A4C2ACC44B}"/>
                      </a:ext>
                    </a:extLst>
                  </p14:cNvPr>
                  <p14:cNvContentPartPr/>
                  <p14:nvPr/>
                </p14:nvContentPartPr>
                <p14:xfrm>
                  <a:off x="8758512" y="2822280"/>
                  <a:ext cx="228960" cy="1526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F6C71D02-F0E7-7F7D-0AAA-C587204ADDCB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752392" y="2816160"/>
                    <a:ext cx="241200" cy="164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41B0B8F4-7A46-E7DF-8B16-0FDAAB2E5BF5}"/>
                      </a:ext>
                    </a:extLst>
                  </p14:cNvPr>
                  <p14:cNvContentPartPr/>
                  <p14:nvPr/>
                </p14:nvContentPartPr>
                <p14:xfrm>
                  <a:off x="8710992" y="2456520"/>
                  <a:ext cx="193320" cy="197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55B80970-53F5-C144-8BA3-BE1822397A99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704872" y="2450400"/>
                    <a:ext cx="20556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25" name="Ink 124">
                    <a:extLst>
                      <a:ext uri="{FF2B5EF4-FFF2-40B4-BE49-F238E27FC236}">
                        <a16:creationId xmlns:a16="http://schemas.microsoft.com/office/drawing/2014/main" id="{7A637CB6-D51F-E4DC-FE1E-099F567EE7D0}"/>
                      </a:ext>
                    </a:extLst>
                  </p14:cNvPr>
                  <p14:cNvContentPartPr/>
                  <p14:nvPr/>
                </p14:nvContentPartPr>
                <p14:xfrm>
                  <a:off x="8578597" y="2909739"/>
                  <a:ext cx="88560" cy="30744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28E566C6-27FD-2D70-8A61-D32B98C425FA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572477" y="2903619"/>
                    <a:ext cx="100800" cy="31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26" name="Ink 125">
                    <a:extLst>
                      <a:ext uri="{FF2B5EF4-FFF2-40B4-BE49-F238E27FC236}">
                        <a16:creationId xmlns:a16="http://schemas.microsoft.com/office/drawing/2014/main" id="{0881B30D-638B-04FE-91C4-71BCF0A6D670}"/>
                      </a:ext>
                    </a:extLst>
                  </p14:cNvPr>
                  <p14:cNvContentPartPr/>
                  <p14:nvPr/>
                </p14:nvContentPartPr>
                <p14:xfrm>
                  <a:off x="8236597" y="2860779"/>
                  <a:ext cx="161280" cy="43992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582D4620-981C-AE72-98E4-67787115697B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230477" y="2854659"/>
                    <a:ext cx="173520" cy="452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E4C4106A-7031-D594-1189-4C0A8168918F}"/>
                </a:ext>
              </a:extLst>
            </p:cNvPr>
            <p:cNvGrpSpPr/>
            <p:nvPr/>
          </p:nvGrpSpPr>
          <p:grpSpPr>
            <a:xfrm>
              <a:off x="1756633" y="5149013"/>
              <a:ext cx="2545200" cy="751320"/>
              <a:chOff x="1430797" y="4739979"/>
              <a:chExt cx="2545200" cy="751320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A39C57EA-48F2-B902-AB51-4360E524247E}"/>
                  </a:ext>
                </a:extLst>
              </p:cNvPr>
              <p:cNvGrpSpPr/>
              <p:nvPr/>
            </p:nvGrpSpPr>
            <p:grpSpPr>
              <a:xfrm>
                <a:off x="1430797" y="4842939"/>
                <a:ext cx="693000" cy="648360"/>
                <a:chOff x="1430797" y="4842939"/>
                <a:chExt cx="693000" cy="6483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35" name="Ink 134">
                      <a:extLst>
                        <a:ext uri="{FF2B5EF4-FFF2-40B4-BE49-F238E27FC236}">
                          <a16:creationId xmlns:a16="http://schemas.microsoft.com/office/drawing/2014/main" id="{CE47CC28-274D-7F7B-5052-2AA14A11AC2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30797" y="4842939"/>
                    <a:ext cx="312840" cy="648360"/>
                  </p14:xfrm>
                </p:contentPart>
              </mc:Choice>
              <mc:Fallback xmlns="">
                <p:pic>
                  <p:nvPicPr>
                    <p:cNvPr id="111" name="Ink 110">
                      <a:extLst>
                        <a:ext uri="{FF2B5EF4-FFF2-40B4-BE49-F238E27FC236}">
                          <a16:creationId xmlns:a16="http://schemas.microsoft.com/office/drawing/2014/main" id="{7924BB94-53C7-BA06-A8C9-BE0E4145D73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1424677" y="4836819"/>
                      <a:ext cx="325080" cy="660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36" name="Ink 135">
                      <a:extLst>
                        <a:ext uri="{FF2B5EF4-FFF2-40B4-BE49-F238E27FC236}">
                          <a16:creationId xmlns:a16="http://schemas.microsoft.com/office/drawing/2014/main" id="{D54A20B9-930F-7BC1-EB11-2B1A4022764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68197" y="5082339"/>
                    <a:ext cx="245880" cy="46440"/>
                  </p14:xfrm>
                </p:contentPart>
              </mc:Choice>
              <mc:Fallback xmlns="">
                <p:pic>
                  <p:nvPicPr>
                    <p:cNvPr id="112" name="Ink 111">
                      <a:extLst>
                        <a:ext uri="{FF2B5EF4-FFF2-40B4-BE49-F238E27FC236}">
                          <a16:creationId xmlns:a16="http://schemas.microsoft.com/office/drawing/2014/main" id="{A2D8E5EB-83AC-4B62-5901-4AAAD8C77A3D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862077" y="5076219"/>
                      <a:ext cx="258120" cy="58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37" name="Ink 136">
                      <a:extLst>
                        <a:ext uri="{FF2B5EF4-FFF2-40B4-BE49-F238E27FC236}">
                          <a16:creationId xmlns:a16="http://schemas.microsoft.com/office/drawing/2014/main" id="{D4523127-EFC7-5F52-F1FB-7B1074BC6ED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44437" y="5217699"/>
                    <a:ext cx="279360" cy="22320"/>
                  </p14:xfrm>
                </p:contentPart>
              </mc:Choice>
              <mc:Fallback xmlns="">
                <p:pic>
                  <p:nvPicPr>
                    <p:cNvPr id="113" name="Ink 112">
                      <a:extLst>
                        <a:ext uri="{FF2B5EF4-FFF2-40B4-BE49-F238E27FC236}">
                          <a16:creationId xmlns:a16="http://schemas.microsoft.com/office/drawing/2014/main" id="{50846072-06BB-41F7-ECE6-36075FBEE9C4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1838317" y="5211579"/>
                      <a:ext cx="291600" cy="345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7BF88034-A4D2-B8A3-197C-C63192A4B867}"/>
                  </a:ext>
                </a:extLst>
              </p:cNvPr>
              <p:cNvGrpSpPr/>
              <p:nvPr/>
            </p:nvGrpSpPr>
            <p:grpSpPr>
              <a:xfrm>
                <a:off x="2440597" y="4739979"/>
                <a:ext cx="1535400" cy="653400"/>
                <a:chOff x="2440597" y="4739979"/>
                <a:chExt cx="1535400" cy="653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130" name="Ink 129">
                      <a:extLst>
                        <a:ext uri="{FF2B5EF4-FFF2-40B4-BE49-F238E27FC236}">
                          <a16:creationId xmlns:a16="http://schemas.microsoft.com/office/drawing/2014/main" id="{36AF955D-6BFC-4F6A-0543-F0E62F6A8AC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40597" y="4895499"/>
                    <a:ext cx="208080" cy="497880"/>
                  </p14:xfrm>
                </p:contentPart>
              </mc:Choice>
              <mc:Fallback xmlns="">
                <p:pic>
                  <p:nvPicPr>
                    <p:cNvPr id="117" name="Ink 116">
                      <a:extLst>
                        <a:ext uri="{FF2B5EF4-FFF2-40B4-BE49-F238E27FC236}">
                          <a16:creationId xmlns:a16="http://schemas.microsoft.com/office/drawing/2014/main" id="{DC28D3F2-17A2-81D6-4551-3EF114E722BB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2434477" y="4889379"/>
                      <a:ext cx="220320" cy="510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131" name="Ink 130">
                      <a:extLst>
                        <a:ext uri="{FF2B5EF4-FFF2-40B4-BE49-F238E27FC236}">
                          <a16:creationId xmlns:a16="http://schemas.microsoft.com/office/drawing/2014/main" id="{50F38273-DBB3-58AE-83F2-84AFB45B755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0597" y="4937259"/>
                    <a:ext cx="218160" cy="391320"/>
                  </p14:xfrm>
                </p:contentPart>
              </mc:Choice>
              <mc:Fallback xmlns="">
                <p:pic>
                  <p:nvPicPr>
                    <p:cNvPr id="118" name="Ink 117">
                      <a:extLst>
                        <a:ext uri="{FF2B5EF4-FFF2-40B4-BE49-F238E27FC236}">
                          <a16:creationId xmlns:a16="http://schemas.microsoft.com/office/drawing/2014/main" id="{059C80BC-194F-2216-0437-24FB3FDEE9E1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2704477" y="4931139"/>
                      <a:ext cx="230400" cy="403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32" name="Ink 131">
                      <a:extLst>
                        <a:ext uri="{FF2B5EF4-FFF2-40B4-BE49-F238E27FC236}">
                          <a16:creationId xmlns:a16="http://schemas.microsoft.com/office/drawing/2014/main" id="{632DE1C2-DA25-69F3-9968-672AA5E07F9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72317" y="4739979"/>
                    <a:ext cx="161640" cy="143280"/>
                  </p14:xfrm>
                </p:contentPart>
              </mc:Choice>
              <mc:Fallback xmlns="">
                <p:pic>
                  <p:nvPicPr>
                    <p:cNvPr id="119" name="Ink 118">
                      <a:extLst>
                        <a:ext uri="{FF2B5EF4-FFF2-40B4-BE49-F238E27FC236}">
                          <a16:creationId xmlns:a16="http://schemas.microsoft.com/office/drawing/2014/main" id="{48FA680C-1606-D570-3246-D002C8F0145F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2966197" y="4733859"/>
                      <a:ext cx="173880" cy="155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133" name="Ink 132">
                      <a:extLst>
                        <a:ext uri="{FF2B5EF4-FFF2-40B4-BE49-F238E27FC236}">
                          <a16:creationId xmlns:a16="http://schemas.microsoft.com/office/drawing/2014/main" id="{0E26C94F-2CA3-4041-993C-B93E62954BF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91637" y="5066499"/>
                    <a:ext cx="166320" cy="15480"/>
                  </p14:xfrm>
                </p:contentPart>
              </mc:Choice>
              <mc:Fallback xmlns="">
                <p:pic>
                  <p:nvPicPr>
                    <p:cNvPr id="120" name="Ink 119">
                      <a:extLst>
                        <a:ext uri="{FF2B5EF4-FFF2-40B4-BE49-F238E27FC236}">
                          <a16:creationId xmlns:a16="http://schemas.microsoft.com/office/drawing/2014/main" id="{34473B97-CD4F-9925-7D44-672C0006B782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3285517" y="5060379"/>
                      <a:ext cx="178560" cy="27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34" name="Ink 133">
                      <a:extLst>
                        <a:ext uri="{FF2B5EF4-FFF2-40B4-BE49-F238E27FC236}">
                          <a16:creationId xmlns:a16="http://schemas.microsoft.com/office/drawing/2014/main" id="{B9EF483C-BCDE-A8E7-50B4-9335F1936C7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09517" y="4858059"/>
                    <a:ext cx="366480" cy="415440"/>
                  </p14:xfrm>
                </p:contentPart>
              </mc:Choice>
              <mc:Fallback xmlns="">
                <p:pic>
                  <p:nvPicPr>
                    <p:cNvPr id="122" name="Ink 121">
                      <a:extLst>
                        <a:ext uri="{FF2B5EF4-FFF2-40B4-BE49-F238E27FC236}">
                          <a16:creationId xmlns:a16="http://schemas.microsoft.com/office/drawing/2014/main" id="{99DC7D2B-507D-D4C1-2EAE-DB704E3F0115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3603397" y="4851939"/>
                      <a:ext cx="378720" cy="427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E87CB2D-6498-6716-9F2B-75AE56A2C10B}"/>
                </a:ext>
              </a:extLst>
            </p:cNvPr>
            <p:cNvGrpSpPr/>
            <p:nvPr/>
          </p:nvGrpSpPr>
          <p:grpSpPr>
            <a:xfrm>
              <a:off x="7056165" y="4269207"/>
              <a:ext cx="5009040" cy="2425854"/>
              <a:chOff x="7182960" y="4238045"/>
              <a:chExt cx="5009040" cy="242585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139" name="Ink 138">
                    <a:extLst>
                      <a:ext uri="{FF2B5EF4-FFF2-40B4-BE49-F238E27FC236}">
                        <a16:creationId xmlns:a16="http://schemas.microsoft.com/office/drawing/2014/main" id="{27631F6E-51B3-8A37-4189-B63DB56DB8E4}"/>
                      </a:ext>
                    </a:extLst>
                  </p14:cNvPr>
                  <p14:cNvContentPartPr/>
                  <p14:nvPr/>
                </p14:nvContentPartPr>
                <p14:xfrm>
                  <a:off x="7182960" y="4387619"/>
                  <a:ext cx="360360" cy="41256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E88C3957-96D4-41FA-381B-92BC423AD61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7176840" y="4381499"/>
                    <a:ext cx="372600" cy="42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140" name="Ink 139">
                    <a:extLst>
                      <a:ext uri="{FF2B5EF4-FFF2-40B4-BE49-F238E27FC236}">
                        <a16:creationId xmlns:a16="http://schemas.microsoft.com/office/drawing/2014/main" id="{C3591773-F47C-74BC-2196-4022B7DD05E0}"/>
                      </a:ext>
                    </a:extLst>
                  </p14:cNvPr>
                  <p14:cNvContentPartPr/>
                  <p14:nvPr/>
                </p14:nvContentPartPr>
                <p14:xfrm>
                  <a:off x="7788840" y="4443419"/>
                  <a:ext cx="360" cy="36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80A96ED-90B9-49FB-0B8D-7C4B6C20C687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82720" y="443729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141" name="Ink 140">
                    <a:extLst>
                      <a:ext uri="{FF2B5EF4-FFF2-40B4-BE49-F238E27FC236}">
                        <a16:creationId xmlns:a16="http://schemas.microsoft.com/office/drawing/2014/main" id="{A7772ADB-BDF6-6670-9C90-D6BE4F10D63E}"/>
                      </a:ext>
                    </a:extLst>
                  </p14:cNvPr>
                  <p14:cNvContentPartPr/>
                  <p14:nvPr/>
                </p14:nvContentPartPr>
                <p14:xfrm>
                  <a:off x="7773000" y="4681739"/>
                  <a:ext cx="360" cy="36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40D1F833-BA93-027C-3EF8-2E7D4EA6FCF1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66880" y="467561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38CB7991-F7BA-B2BC-D0B7-1DD6157F6F20}"/>
                  </a:ext>
                </a:extLst>
              </p:cNvPr>
              <p:cNvGrpSpPr/>
              <p:nvPr/>
            </p:nvGrpSpPr>
            <p:grpSpPr>
              <a:xfrm>
                <a:off x="8022434" y="4238045"/>
                <a:ext cx="603000" cy="547560"/>
                <a:chOff x="7983517" y="3927099"/>
                <a:chExt cx="603000" cy="5475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5">
                  <p14:nvContentPartPr>
                    <p14:cNvPr id="189" name="Ink 188">
                      <a:extLst>
                        <a:ext uri="{FF2B5EF4-FFF2-40B4-BE49-F238E27FC236}">
                          <a16:creationId xmlns:a16="http://schemas.microsoft.com/office/drawing/2014/main" id="{C6CAE5F6-1893-2DD8-FA55-B55DBD70F8B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983517" y="4109979"/>
                    <a:ext cx="168840" cy="364680"/>
                  </p14:xfrm>
                </p:contentPart>
              </mc:Choice>
              <mc:Fallback xmlns="">
                <p:pic>
                  <p:nvPicPr>
                    <p:cNvPr id="130" name="Ink 129">
                      <a:extLst>
                        <a:ext uri="{FF2B5EF4-FFF2-40B4-BE49-F238E27FC236}">
                          <a16:creationId xmlns:a16="http://schemas.microsoft.com/office/drawing/2014/main" id="{57FA3FD7-854C-BCDF-9119-D27F0EA310C2}"/>
                        </a:ext>
                      </a:extLst>
                    </p:cNvPr>
                    <p:cNvPicPr/>
                    <p:nvPr/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7977397" y="4103859"/>
                      <a:ext cx="181080" cy="376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7">
                  <p14:nvContentPartPr>
                    <p14:cNvPr id="190" name="Ink 189">
                      <a:extLst>
                        <a:ext uri="{FF2B5EF4-FFF2-40B4-BE49-F238E27FC236}">
                          <a16:creationId xmlns:a16="http://schemas.microsoft.com/office/drawing/2014/main" id="{894AC60B-7FA1-FCCC-09BB-8383B19AF1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60357" y="4068579"/>
                    <a:ext cx="192600" cy="361440"/>
                  </p14:xfrm>
                </p:contentPart>
              </mc:Choice>
              <mc:Fallback xmlns="">
                <p:pic>
                  <p:nvPicPr>
                    <p:cNvPr id="131" name="Ink 130">
                      <a:extLst>
                        <a:ext uri="{FF2B5EF4-FFF2-40B4-BE49-F238E27FC236}">
                          <a16:creationId xmlns:a16="http://schemas.microsoft.com/office/drawing/2014/main" id="{90978F30-0F91-451E-451E-76AB701B1817}"/>
                        </a:ext>
                      </a:extLst>
                    </p:cNvPr>
                    <p:cNvPicPr/>
                    <p:nvPr/>
                  </p:nvPicPr>
                  <p:blipFill>
                    <a:blip r:embed="rId38"/>
                    <a:stretch>
                      <a:fillRect/>
                    </a:stretch>
                  </p:blipFill>
                  <p:spPr>
                    <a:xfrm>
                      <a:off x="8254237" y="4062459"/>
                      <a:ext cx="204840" cy="373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9">
                  <p14:nvContentPartPr>
                    <p14:cNvPr id="191" name="Ink 190">
                      <a:extLst>
                        <a:ext uri="{FF2B5EF4-FFF2-40B4-BE49-F238E27FC236}">
                          <a16:creationId xmlns:a16="http://schemas.microsoft.com/office/drawing/2014/main" id="{AAF76E7C-EE1E-1730-8ABC-52539920ECA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481757" y="3927099"/>
                    <a:ext cx="104760" cy="89280"/>
                  </p14:xfrm>
                </p:contentPart>
              </mc:Choice>
              <mc:Fallback xmlns="">
                <p:pic>
                  <p:nvPicPr>
                    <p:cNvPr id="132" name="Ink 131">
                      <a:extLst>
                        <a:ext uri="{FF2B5EF4-FFF2-40B4-BE49-F238E27FC236}">
                          <a16:creationId xmlns:a16="http://schemas.microsoft.com/office/drawing/2014/main" id="{236F633B-A707-1AC7-8E12-1CB1A12FCE9D}"/>
                        </a:ext>
                      </a:extLst>
                    </p:cNvPr>
                    <p:cNvPicPr/>
                    <p:nvPr/>
                  </p:nvPicPr>
                  <p:blipFill>
                    <a:blip r:embed="rId40"/>
                    <a:stretch>
                      <a:fillRect/>
                    </a:stretch>
                  </p:blipFill>
                  <p:spPr>
                    <a:xfrm>
                      <a:off x="8475637" y="3920979"/>
                      <a:ext cx="117000" cy="101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116EFFC8-DEE7-4261-B00B-7F07AEEC72DA}"/>
                  </a:ext>
                </a:extLst>
              </p:cNvPr>
              <p:cNvGrpSpPr/>
              <p:nvPr/>
            </p:nvGrpSpPr>
            <p:grpSpPr>
              <a:xfrm>
                <a:off x="9045600" y="4522619"/>
                <a:ext cx="318960" cy="237600"/>
                <a:chOff x="8897557" y="4245699"/>
                <a:chExt cx="318960" cy="2376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1">
                  <p14:nvContentPartPr>
                    <p14:cNvPr id="187" name="Ink 186">
                      <a:extLst>
                        <a:ext uri="{FF2B5EF4-FFF2-40B4-BE49-F238E27FC236}">
                          <a16:creationId xmlns:a16="http://schemas.microsoft.com/office/drawing/2014/main" id="{CD897AD1-4194-CDAD-5062-9C7C6C01853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97557" y="4277739"/>
                    <a:ext cx="254520" cy="32400"/>
                  </p14:xfrm>
                </p:contentPart>
              </mc:Choice>
              <mc:Fallback xmlns="">
                <p:pic>
                  <p:nvPicPr>
                    <p:cNvPr id="133" name="Ink 132">
                      <a:extLst>
                        <a:ext uri="{FF2B5EF4-FFF2-40B4-BE49-F238E27FC236}">
                          <a16:creationId xmlns:a16="http://schemas.microsoft.com/office/drawing/2014/main" id="{AA4E616E-43FD-D1DB-411A-DB4E731963F2}"/>
                        </a:ext>
                      </a:extLst>
                    </p:cNvPr>
                    <p:cNvPicPr/>
                    <p:nvPr/>
                  </p:nvPicPr>
                  <p:blipFill>
                    <a:blip r:embed="rId42"/>
                    <a:stretch>
                      <a:fillRect/>
                    </a:stretch>
                  </p:blipFill>
                  <p:spPr>
                    <a:xfrm>
                      <a:off x="8891437" y="4271619"/>
                      <a:ext cx="266760" cy="446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3">
                  <p14:nvContentPartPr>
                    <p14:cNvPr id="188" name="Ink 187">
                      <a:extLst>
                        <a:ext uri="{FF2B5EF4-FFF2-40B4-BE49-F238E27FC236}">
                          <a16:creationId xmlns:a16="http://schemas.microsoft.com/office/drawing/2014/main" id="{B73C2C9A-7421-3622-D84B-ACCCA7DF32E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19317" y="4245699"/>
                    <a:ext cx="97200" cy="237600"/>
                  </p14:xfrm>
                </p:contentPart>
              </mc:Choice>
              <mc:Fallback xmlns="">
                <p:pic>
                  <p:nvPicPr>
                    <p:cNvPr id="134" name="Ink 133">
                      <a:extLst>
                        <a:ext uri="{FF2B5EF4-FFF2-40B4-BE49-F238E27FC236}">
                          <a16:creationId xmlns:a16="http://schemas.microsoft.com/office/drawing/2014/main" id="{E9EF8ABF-21AD-2FAB-548B-365D5E594E29}"/>
                        </a:ext>
                      </a:extLst>
                    </p:cNvPr>
                    <p:cNvPicPr/>
                    <p:nvPr/>
                  </p:nvPicPr>
                  <p:blipFill>
                    <a:blip r:embed="rId44"/>
                    <a:stretch>
                      <a:fillRect/>
                    </a:stretch>
                  </p:blipFill>
                  <p:spPr>
                    <a:xfrm>
                      <a:off x="9113197" y="4239579"/>
                      <a:ext cx="109440" cy="2498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3C7BD5A6-2A0B-E925-DABE-354B56A1EECF}"/>
                  </a:ext>
                </a:extLst>
              </p:cNvPr>
              <p:cNvGrpSpPr/>
              <p:nvPr/>
            </p:nvGrpSpPr>
            <p:grpSpPr>
              <a:xfrm>
                <a:off x="9720240" y="4331099"/>
                <a:ext cx="2201040" cy="987120"/>
                <a:chOff x="9572197" y="4054179"/>
                <a:chExt cx="2201040" cy="987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5">
                  <p14:nvContentPartPr>
                    <p14:cNvPr id="174" name="Ink 173">
                      <a:extLst>
                        <a:ext uri="{FF2B5EF4-FFF2-40B4-BE49-F238E27FC236}">
                          <a16:creationId xmlns:a16="http://schemas.microsoft.com/office/drawing/2014/main" id="{7AC9EA20-E27A-CF10-D476-C6E6CACB002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81197" y="4118979"/>
                    <a:ext cx="255600" cy="323640"/>
                  </p14:xfrm>
                </p:contentPart>
              </mc:Choice>
              <mc:Fallback xmlns="">
                <p:pic>
                  <p:nvPicPr>
                    <p:cNvPr id="137" name="Ink 136">
                      <a:extLst>
                        <a:ext uri="{FF2B5EF4-FFF2-40B4-BE49-F238E27FC236}">
                          <a16:creationId xmlns:a16="http://schemas.microsoft.com/office/drawing/2014/main" id="{73A1C090-FD86-4100-2237-87B9CC0C1CC7}"/>
                        </a:ext>
                      </a:extLst>
                    </p:cNvPr>
                    <p:cNvPicPr/>
                    <p:nvPr/>
                  </p:nvPicPr>
                  <p:blipFill>
                    <a:blip r:embed="rId46"/>
                    <a:stretch>
                      <a:fillRect/>
                    </a:stretch>
                  </p:blipFill>
                  <p:spPr>
                    <a:xfrm>
                      <a:off x="9575077" y="4112859"/>
                      <a:ext cx="267840" cy="335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7">
                  <p14:nvContentPartPr>
                    <p14:cNvPr id="175" name="Ink 174">
                      <a:extLst>
                        <a:ext uri="{FF2B5EF4-FFF2-40B4-BE49-F238E27FC236}">
                          <a16:creationId xmlns:a16="http://schemas.microsoft.com/office/drawing/2014/main" id="{1932229B-AB04-2214-8286-9753AD4D85F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85757" y="4117179"/>
                    <a:ext cx="165240" cy="208440"/>
                  </p14:xfrm>
                </p:contentPart>
              </mc:Choice>
              <mc:Fallback xmlns="">
                <p:pic>
                  <p:nvPicPr>
                    <p:cNvPr id="138" name="Ink 137">
                      <a:extLst>
                        <a:ext uri="{FF2B5EF4-FFF2-40B4-BE49-F238E27FC236}">
                          <a16:creationId xmlns:a16="http://schemas.microsoft.com/office/drawing/2014/main" id="{3CACA6F2-44BB-84F6-9912-322DDEEF91D7}"/>
                        </a:ext>
                      </a:extLst>
                    </p:cNvPr>
                    <p:cNvPicPr/>
                    <p:nvPr/>
                  </p:nvPicPr>
                  <p:blipFill>
                    <a:blip r:embed="rId48"/>
                    <a:stretch>
                      <a:fillRect/>
                    </a:stretch>
                  </p:blipFill>
                  <p:spPr>
                    <a:xfrm>
                      <a:off x="9879637" y="4111059"/>
                      <a:ext cx="177480" cy="220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9">
                  <p14:nvContentPartPr>
                    <p14:cNvPr id="176" name="Ink 175">
                      <a:extLst>
                        <a:ext uri="{FF2B5EF4-FFF2-40B4-BE49-F238E27FC236}">
                          <a16:creationId xmlns:a16="http://schemas.microsoft.com/office/drawing/2014/main" id="{EBBA57D2-D209-79CA-5DA5-655F29A3A44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36317" y="4054179"/>
                    <a:ext cx="201600" cy="272160"/>
                  </p14:xfrm>
                </p:contentPart>
              </mc:Choice>
              <mc:Fallback xmlns="">
                <p:pic>
                  <p:nvPicPr>
                    <p:cNvPr id="139" name="Ink 138">
                      <a:extLst>
                        <a:ext uri="{FF2B5EF4-FFF2-40B4-BE49-F238E27FC236}">
                          <a16:creationId xmlns:a16="http://schemas.microsoft.com/office/drawing/2014/main" id="{9BFD5945-A244-54AE-F711-F8894C7196D2}"/>
                        </a:ext>
                      </a:extLst>
                    </p:cNvPr>
                    <p:cNvPicPr/>
                    <p:nvPr/>
                  </p:nvPicPr>
                  <p:blipFill>
                    <a:blip r:embed="rId50"/>
                    <a:stretch>
                      <a:fillRect/>
                    </a:stretch>
                  </p:blipFill>
                  <p:spPr>
                    <a:xfrm>
                      <a:off x="10130197" y="4048059"/>
                      <a:ext cx="213840" cy="284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1">
                  <p14:nvContentPartPr>
                    <p14:cNvPr id="177" name="Ink 176">
                      <a:extLst>
                        <a:ext uri="{FF2B5EF4-FFF2-40B4-BE49-F238E27FC236}">
                          <a16:creationId xmlns:a16="http://schemas.microsoft.com/office/drawing/2014/main" id="{B2AE48F7-0DF7-3659-10B0-5E39E8D6E4D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68517" y="4149939"/>
                    <a:ext cx="326160" cy="153360"/>
                  </p14:xfrm>
                </p:contentPart>
              </mc:Choice>
              <mc:Fallback xmlns="">
                <p:pic>
                  <p:nvPicPr>
                    <p:cNvPr id="140" name="Ink 139">
                      <a:extLst>
                        <a:ext uri="{FF2B5EF4-FFF2-40B4-BE49-F238E27FC236}">
                          <a16:creationId xmlns:a16="http://schemas.microsoft.com/office/drawing/2014/main" id="{4D3E7E86-1577-3AA1-6BE3-DF29B10EAB72}"/>
                        </a:ext>
                      </a:extLst>
                    </p:cNvPr>
                    <p:cNvPicPr/>
                    <p:nvPr/>
                  </p:nvPicPr>
                  <p:blipFill>
                    <a:blip r:embed="rId52"/>
                    <a:stretch>
                      <a:fillRect/>
                    </a:stretch>
                  </p:blipFill>
                  <p:spPr>
                    <a:xfrm>
                      <a:off x="10362397" y="4143819"/>
                      <a:ext cx="338400" cy="165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3">
                  <p14:nvContentPartPr>
                    <p14:cNvPr id="178" name="Ink 177">
                      <a:extLst>
                        <a:ext uri="{FF2B5EF4-FFF2-40B4-BE49-F238E27FC236}">
                          <a16:creationId xmlns:a16="http://schemas.microsoft.com/office/drawing/2014/main" id="{EE5B473A-DD78-0DEB-E9A2-EBFA484ED52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72197" y="4571139"/>
                    <a:ext cx="255960" cy="438840"/>
                  </p14:xfrm>
                </p:contentPart>
              </mc:Choice>
              <mc:Fallback xmlns="">
                <p:pic>
                  <p:nvPicPr>
                    <p:cNvPr id="142" name="Ink 141">
                      <a:extLst>
                        <a:ext uri="{FF2B5EF4-FFF2-40B4-BE49-F238E27FC236}">
                          <a16:creationId xmlns:a16="http://schemas.microsoft.com/office/drawing/2014/main" id="{BB087C5A-134D-CF6D-8C65-AC29B7C297E8}"/>
                        </a:ext>
                      </a:extLst>
                    </p:cNvPr>
                    <p:cNvPicPr/>
                    <p:nvPr/>
                  </p:nvPicPr>
                  <p:blipFill>
                    <a:blip r:embed="rId54"/>
                    <a:stretch>
                      <a:fillRect/>
                    </a:stretch>
                  </p:blipFill>
                  <p:spPr>
                    <a:xfrm>
                      <a:off x="9566077" y="4565019"/>
                      <a:ext cx="268200" cy="451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5">
                  <p14:nvContentPartPr>
                    <p14:cNvPr id="179" name="Ink 178">
                      <a:extLst>
                        <a:ext uri="{FF2B5EF4-FFF2-40B4-BE49-F238E27FC236}">
                          <a16:creationId xmlns:a16="http://schemas.microsoft.com/office/drawing/2014/main" id="{35150929-BF05-BD1B-B71E-D4E4E6FD59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13117" y="4770219"/>
                    <a:ext cx="146520" cy="161280"/>
                  </p14:xfrm>
                </p:contentPart>
              </mc:Choice>
              <mc:Fallback xmlns="">
                <p:pic>
                  <p:nvPicPr>
                    <p:cNvPr id="143" name="Ink 142">
                      <a:extLst>
                        <a:ext uri="{FF2B5EF4-FFF2-40B4-BE49-F238E27FC236}">
                          <a16:creationId xmlns:a16="http://schemas.microsoft.com/office/drawing/2014/main" id="{9228DFB4-1CFD-8FF7-CF15-96BCFF2C4217}"/>
                        </a:ext>
                      </a:extLst>
                    </p:cNvPr>
                    <p:cNvPicPr/>
                    <p:nvPr/>
                  </p:nvPicPr>
                  <p:blipFill>
                    <a:blip r:embed="rId56"/>
                    <a:stretch>
                      <a:fillRect/>
                    </a:stretch>
                  </p:blipFill>
                  <p:spPr>
                    <a:xfrm>
                      <a:off x="9906997" y="4764099"/>
                      <a:ext cx="158760" cy="173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7">
                  <p14:nvContentPartPr>
                    <p14:cNvPr id="180" name="Ink 179">
                      <a:extLst>
                        <a:ext uri="{FF2B5EF4-FFF2-40B4-BE49-F238E27FC236}">
                          <a16:creationId xmlns:a16="http://schemas.microsoft.com/office/drawing/2014/main" id="{CDC1945C-724D-FE1F-B865-0B924205AD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43877" y="4724139"/>
                    <a:ext cx="187200" cy="183600"/>
                  </p14:xfrm>
                </p:contentPart>
              </mc:Choice>
              <mc:Fallback xmlns="">
                <p:pic>
                  <p:nvPicPr>
                    <p:cNvPr id="144" name="Ink 143">
                      <a:extLst>
                        <a:ext uri="{FF2B5EF4-FFF2-40B4-BE49-F238E27FC236}">
                          <a16:creationId xmlns:a16="http://schemas.microsoft.com/office/drawing/2014/main" id="{542F639B-421F-E1D3-619C-B54983342B4E}"/>
                        </a:ext>
                      </a:extLst>
                    </p:cNvPr>
                    <p:cNvPicPr/>
                    <p:nvPr/>
                  </p:nvPicPr>
                  <p:blipFill>
                    <a:blip r:embed="rId58"/>
                    <a:stretch>
                      <a:fillRect/>
                    </a:stretch>
                  </p:blipFill>
                  <p:spPr>
                    <a:xfrm>
                      <a:off x="10137757" y="4718019"/>
                      <a:ext cx="199440" cy="19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9">
                  <p14:nvContentPartPr>
                    <p14:cNvPr id="181" name="Ink 180">
                      <a:extLst>
                        <a:ext uri="{FF2B5EF4-FFF2-40B4-BE49-F238E27FC236}">
                          <a16:creationId xmlns:a16="http://schemas.microsoft.com/office/drawing/2014/main" id="{B9A16B3A-A695-38AB-19D5-E5678208401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28557" y="4738539"/>
                    <a:ext cx="302760" cy="248040"/>
                  </p14:xfrm>
                </p:contentPart>
              </mc:Choice>
              <mc:Fallback xmlns="">
                <p:pic>
                  <p:nvPicPr>
                    <p:cNvPr id="145" name="Ink 144">
                      <a:extLst>
                        <a:ext uri="{FF2B5EF4-FFF2-40B4-BE49-F238E27FC236}">
                          <a16:creationId xmlns:a16="http://schemas.microsoft.com/office/drawing/2014/main" id="{8C6D10DD-8F3A-8D9D-A837-B27F78D86698}"/>
                        </a:ext>
                      </a:extLst>
                    </p:cNvPr>
                    <p:cNvPicPr/>
                    <p:nvPr/>
                  </p:nvPicPr>
                  <p:blipFill>
                    <a:blip r:embed="rId60"/>
                    <a:stretch>
                      <a:fillRect/>
                    </a:stretch>
                  </p:blipFill>
                  <p:spPr>
                    <a:xfrm>
                      <a:off x="10322437" y="4732419"/>
                      <a:ext cx="315000" cy="260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1">
                  <p14:nvContentPartPr>
                    <p14:cNvPr id="182" name="Ink 181">
                      <a:extLst>
                        <a:ext uri="{FF2B5EF4-FFF2-40B4-BE49-F238E27FC236}">
                          <a16:creationId xmlns:a16="http://schemas.microsoft.com/office/drawing/2014/main" id="{F9D471BF-E040-51CC-630E-C113458F5B1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812757" y="4729539"/>
                    <a:ext cx="414720" cy="311760"/>
                  </p14:xfrm>
                </p:contentPart>
              </mc:Choice>
              <mc:Fallback xmlns="">
                <p:pic>
                  <p:nvPicPr>
                    <p:cNvPr id="147" name="Ink 146">
                      <a:extLst>
                        <a:ext uri="{FF2B5EF4-FFF2-40B4-BE49-F238E27FC236}">
                          <a16:creationId xmlns:a16="http://schemas.microsoft.com/office/drawing/2014/main" id="{8BBA3F75-67F8-BF9F-B757-97CE70CD60D7}"/>
                        </a:ext>
                      </a:extLst>
                    </p:cNvPr>
                    <p:cNvPicPr/>
                    <p:nvPr/>
                  </p:nvPicPr>
                  <p:blipFill>
                    <a:blip r:embed="rId62"/>
                    <a:stretch>
                      <a:fillRect/>
                    </a:stretch>
                  </p:blipFill>
                  <p:spPr>
                    <a:xfrm>
                      <a:off x="10806637" y="4723419"/>
                      <a:ext cx="426960" cy="324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3">
                  <p14:nvContentPartPr>
                    <p14:cNvPr id="183" name="Ink 182">
                      <a:extLst>
                        <a:ext uri="{FF2B5EF4-FFF2-40B4-BE49-F238E27FC236}">
                          <a16:creationId xmlns:a16="http://schemas.microsoft.com/office/drawing/2014/main" id="{4BE4F155-589A-30EC-60EA-09744D9ED7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242957" y="4706859"/>
                    <a:ext cx="360" cy="174600"/>
                  </p14:xfrm>
                </p:contentPart>
              </mc:Choice>
              <mc:Fallback xmlns="">
                <p:pic>
                  <p:nvPicPr>
                    <p:cNvPr id="148" name="Ink 147">
                      <a:extLst>
                        <a:ext uri="{FF2B5EF4-FFF2-40B4-BE49-F238E27FC236}">
                          <a16:creationId xmlns:a16="http://schemas.microsoft.com/office/drawing/2014/main" id="{8B4FC412-0B2C-CD3F-009C-344827DF5755}"/>
                        </a:ext>
                      </a:extLst>
                    </p:cNvPr>
                    <p:cNvPicPr/>
                    <p:nvPr/>
                  </p:nvPicPr>
                  <p:blipFill>
                    <a:blip r:embed="rId64"/>
                    <a:stretch>
                      <a:fillRect/>
                    </a:stretch>
                  </p:blipFill>
                  <p:spPr>
                    <a:xfrm>
                      <a:off x="11236837" y="4700739"/>
                      <a:ext cx="12600" cy="186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5">
                  <p14:nvContentPartPr>
                    <p14:cNvPr id="184" name="Ink 183">
                      <a:extLst>
                        <a:ext uri="{FF2B5EF4-FFF2-40B4-BE49-F238E27FC236}">
                          <a16:creationId xmlns:a16="http://schemas.microsoft.com/office/drawing/2014/main" id="{6C7A7178-D036-0E55-08BE-DC8E188C6AD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195437" y="4516059"/>
                    <a:ext cx="360" cy="360"/>
                  </p14:xfrm>
                </p:contentPart>
              </mc:Choice>
              <mc:Fallback xmlns="">
                <p:pic>
                  <p:nvPicPr>
                    <p:cNvPr id="149" name="Ink 148">
                      <a:extLst>
                        <a:ext uri="{FF2B5EF4-FFF2-40B4-BE49-F238E27FC236}">
                          <a16:creationId xmlns:a16="http://schemas.microsoft.com/office/drawing/2014/main" id="{2CFE3DED-C761-6CE5-50D9-EA22EAFACE46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11189317" y="4509939"/>
                      <a:ext cx="1260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6">
                  <p14:nvContentPartPr>
                    <p14:cNvPr id="185" name="Ink 184">
                      <a:extLst>
                        <a:ext uri="{FF2B5EF4-FFF2-40B4-BE49-F238E27FC236}">
                          <a16:creationId xmlns:a16="http://schemas.microsoft.com/office/drawing/2014/main" id="{EA215BA7-4604-E66A-919F-B1B66254E30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86237" y="4301499"/>
                    <a:ext cx="41760" cy="541440"/>
                  </p14:xfrm>
                </p:contentPart>
              </mc:Choice>
              <mc:Fallback xmlns="">
                <p:pic>
                  <p:nvPicPr>
                    <p:cNvPr id="150" name="Ink 149">
                      <a:extLst>
                        <a:ext uri="{FF2B5EF4-FFF2-40B4-BE49-F238E27FC236}">
                          <a16:creationId xmlns:a16="http://schemas.microsoft.com/office/drawing/2014/main" id="{24A98831-B589-1573-7979-DC6CA41EEE2D}"/>
                        </a:ext>
                      </a:extLst>
                    </p:cNvPr>
                    <p:cNvPicPr/>
                    <p:nvPr/>
                  </p:nvPicPr>
                  <p:blipFill>
                    <a:blip r:embed="rId67"/>
                    <a:stretch>
                      <a:fillRect/>
                    </a:stretch>
                  </p:blipFill>
                  <p:spPr>
                    <a:xfrm>
                      <a:off x="11380117" y="4295379"/>
                      <a:ext cx="54000" cy="553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8">
                  <p14:nvContentPartPr>
                    <p14:cNvPr id="186" name="Ink 185">
                      <a:extLst>
                        <a:ext uri="{FF2B5EF4-FFF2-40B4-BE49-F238E27FC236}">
                          <a16:creationId xmlns:a16="http://schemas.microsoft.com/office/drawing/2014/main" id="{2706D20E-8675-8E89-0B2C-B1A3DD391E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480197" y="4254339"/>
                    <a:ext cx="293040" cy="556560"/>
                  </p14:xfrm>
                </p:contentPart>
              </mc:Choice>
              <mc:Fallback xmlns="">
                <p:pic>
                  <p:nvPicPr>
                    <p:cNvPr id="151" name="Ink 150">
                      <a:extLst>
                        <a:ext uri="{FF2B5EF4-FFF2-40B4-BE49-F238E27FC236}">
                          <a16:creationId xmlns:a16="http://schemas.microsoft.com/office/drawing/2014/main" id="{DC752A45-3F99-4168-9A12-E4E430E7A798}"/>
                        </a:ext>
                      </a:extLst>
                    </p:cNvPr>
                    <p:cNvPicPr/>
                    <p:nvPr/>
                  </p:nvPicPr>
                  <p:blipFill>
                    <a:blip r:embed="rId69"/>
                    <a:stretch>
                      <a:fillRect/>
                    </a:stretch>
                  </p:blipFill>
                  <p:spPr>
                    <a:xfrm>
                      <a:off x="11474077" y="4248219"/>
                      <a:ext cx="305280" cy="5688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145" name="Ink 144">
                    <a:extLst>
                      <a:ext uri="{FF2B5EF4-FFF2-40B4-BE49-F238E27FC236}">
                        <a16:creationId xmlns:a16="http://schemas.microsoft.com/office/drawing/2014/main" id="{C89D8EC7-41DC-C1B4-5157-2672E74DBE80}"/>
                      </a:ext>
                    </a:extLst>
                  </p14:cNvPr>
                  <p14:cNvContentPartPr/>
                  <p14:nvPr/>
                </p14:nvContentPartPr>
                <p14:xfrm>
                  <a:off x="7208160" y="5858579"/>
                  <a:ext cx="294840" cy="343080"/>
                </p14:xfrm>
              </p:contentPart>
            </mc:Choice>
            <mc:Fallback xmlns="">
              <p:pic>
                <p:nvPicPr>
                  <p:cNvPr id="153" name="Ink 152">
                    <a:extLst>
                      <a:ext uri="{FF2B5EF4-FFF2-40B4-BE49-F238E27FC236}">
                        <a16:creationId xmlns:a16="http://schemas.microsoft.com/office/drawing/2014/main" id="{5A2057A8-1437-A58B-7144-D59CE0795A7D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7202040" y="5852459"/>
                    <a:ext cx="307080" cy="35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146" name="Ink 145">
                    <a:extLst>
                      <a:ext uri="{FF2B5EF4-FFF2-40B4-BE49-F238E27FC236}">
                        <a16:creationId xmlns:a16="http://schemas.microsoft.com/office/drawing/2014/main" id="{9B33142E-74C7-509B-FAF0-566637A2CACF}"/>
                      </a:ext>
                    </a:extLst>
                  </p14:cNvPr>
                  <p14:cNvContentPartPr/>
                  <p14:nvPr/>
                </p14:nvContentPartPr>
                <p14:xfrm>
                  <a:off x="7709640" y="5898179"/>
                  <a:ext cx="360" cy="360"/>
                </p14:xfrm>
              </p:contentPart>
            </mc:Choice>
            <mc:Fallback xmlns="">
              <p:pic>
                <p:nvPicPr>
                  <p:cNvPr id="154" name="Ink 153">
                    <a:extLst>
                      <a:ext uri="{FF2B5EF4-FFF2-40B4-BE49-F238E27FC236}">
                        <a16:creationId xmlns:a16="http://schemas.microsoft.com/office/drawing/2014/main" id="{ED73BA2E-BDBF-6994-EBB7-B34BBDCF4041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03520" y="589205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147" name="Ink 146">
                    <a:extLst>
                      <a:ext uri="{FF2B5EF4-FFF2-40B4-BE49-F238E27FC236}">
                        <a16:creationId xmlns:a16="http://schemas.microsoft.com/office/drawing/2014/main" id="{9DAA749D-CE9B-3848-E250-1423E17D8C2D}"/>
                      </a:ext>
                    </a:extLst>
                  </p14:cNvPr>
                  <p14:cNvContentPartPr/>
                  <p14:nvPr/>
                </p14:nvContentPartPr>
                <p14:xfrm>
                  <a:off x="7733400" y="6113099"/>
                  <a:ext cx="360" cy="360"/>
                </p14:xfrm>
              </p:contentPart>
            </mc:Choice>
            <mc:Fallback xmlns="">
              <p:pic>
                <p:nvPicPr>
                  <p:cNvPr id="155" name="Ink 154">
                    <a:extLst>
                      <a:ext uri="{FF2B5EF4-FFF2-40B4-BE49-F238E27FC236}">
                        <a16:creationId xmlns:a16="http://schemas.microsoft.com/office/drawing/2014/main" id="{08C1610C-11D8-1DD8-8D95-DB4DD713F0FD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27280" y="610697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1C5A8DC3-8201-F0C0-867D-AEA99488ACAB}"/>
                  </a:ext>
                </a:extLst>
              </p:cNvPr>
              <p:cNvGrpSpPr/>
              <p:nvPr/>
            </p:nvGrpSpPr>
            <p:grpSpPr>
              <a:xfrm>
                <a:off x="7987920" y="5734019"/>
                <a:ext cx="534600" cy="370800"/>
                <a:chOff x="7839877" y="5457099"/>
                <a:chExt cx="534600" cy="370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74">
                  <p14:nvContentPartPr>
                    <p14:cNvPr id="170" name="Ink 169">
                      <a:extLst>
                        <a:ext uri="{FF2B5EF4-FFF2-40B4-BE49-F238E27FC236}">
                          <a16:creationId xmlns:a16="http://schemas.microsoft.com/office/drawing/2014/main" id="{06992A0E-2B3A-FF75-2B5C-3380F5B210F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839877" y="5573739"/>
                    <a:ext cx="280800" cy="112680"/>
                  </p14:xfrm>
                </p:contentPart>
              </mc:Choice>
              <mc:Fallback xmlns="">
                <p:pic>
                  <p:nvPicPr>
                    <p:cNvPr id="156" name="Ink 155">
                      <a:extLst>
                        <a:ext uri="{FF2B5EF4-FFF2-40B4-BE49-F238E27FC236}">
                          <a16:creationId xmlns:a16="http://schemas.microsoft.com/office/drawing/2014/main" id="{01BEA8F0-6959-E223-17FF-C3517F4F85B0}"/>
                        </a:ext>
                      </a:extLst>
                    </p:cNvPr>
                    <p:cNvPicPr/>
                    <p:nvPr/>
                  </p:nvPicPr>
                  <p:blipFill>
                    <a:blip r:embed="rId75"/>
                    <a:stretch>
                      <a:fillRect/>
                    </a:stretch>
                  </p:blipFill>
                  <p:spPr>
                    <a:xfrm>
                      <a:off x="7833757" y="5567619"/>
                      <a:ext cx="293040" cy="124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6">
                  <p14:nvContentPartPr>
                    <p14:cNvPr id="171" name="Ink 170">
                      <a:extLst>
                        <a:ext uri="{FF2B5EF4-FFF2-40B4-BE49-F238E27FC236}">
                          <a16:creationId xmlns:a16="http://schemas.microsoft.com/office/drawing/2014/main" id="{699E2885-40D4-3530-98B0-B5478751D5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054437" y="5565819"/>
                    <a:ext cx="360" cy="262080"/>
                  </p14:xfrm>
                </p:contentPart>
              </mc:Choice>
              <mc:Fallback xmlns="">
                <p:pic>
                  <p:nvPicPr>
                    <p:cNvPr id="157" name="Ink 156">
                      <a:extLst>
                        <a:ext uri="{FF2B5EF4-FFF2-40B4-BE49-F238E27FC236}">
                          <a16:creationId xmlns:a16="http://schemas.microsoft.com/office/drawing/2014/main" id="{637FABB1-71D9-6436-9C74-DE190A76B366}"/>
                        </a:ext>
                      </a:extLst>
                    </p:cNvPr>
                    <p:cNvPicPr/>
                    <p:nvPr/>
                  </p:nvPicPr>
                  <p:blipFill>
                    <a:blip r:embed="rId77"/>
                    <a:stretch>
                      <a:fillRect/>
                    </a:stretch>
                  </p:blipFill>
                  <p:spPr>
                    <a:xfrm>
                      <a:off x="8048317" y="5559699"/>
                      <a:ext cx="12600" cy="274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8">
                  <p14:nvContentPartPr>
                    <p14:cNvPr id="172" name="Ink 171">
                      <a:extLst>
                        <a:ext uri="{FF2B5EF4-FFF2-40B4-BE49-F238E27FC236}">
                          <a16:creationId xmlns:a16="http://schemas.microsoft.com/office/drawing/2014/main" id="{C1F91942-EAA6-7FE2-A4E5-DA04073E3A8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37677" y="5486259"/>
                    <a:ext cx="128160" cy="263880"/>
                  </p14:xfrm>
                </p:contentPart>
              </mc:Choice>
              <mc:Fallback xmlns="">
                <p:pic>
                  <p:nvPicPr>
                    <p:cNvPr id="158" name="Ink 157">
                      <a:extLst>
                        <a:ext uri="{FF2B5EF4-FFF2-40B4-BE49-F238E27FC236}">
                          <a16:creationId xmlns:a16="http://schemas.microsoft.com/office/drawing/2014/main" id="{8D3E9A65-49D6-9C07-1580-FE97D5E5C90A}"/>
                        </a:ext>
                      </a:extLst>
                    </p:cNvPr>
                    <p:cNvPicPr/>
                    <p:nvPr/>
                  </p:nvPicPr>
                  <p:blipFill>
                    <a:blip r:embed="rId79"/>
                    <a:stretch>
                      <a:fillRect/>
                    </a:stretch>
                  </p:blipFill>
                  <p:spPr>
                    <a:xfrm>
                      <a:off x="8231557" y="5480139"/>
                      <a:ext cx="140400" cy="276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0">
                  <p14:nvContentPartPr>
                    <p14:cNvPr id="173" name="Ink 172">
                      <a:extLst>
                        <a:ext uri="{FF2B5EF4-FFF2-40B4-BE49-F238E27FC236}">
                          <a16:creationId xmlns:a16="http://schemas.microsoft.com/office/drawing/2014/main" id="{093395C9-8921-52AD-361F-72AA45B4E03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45237" y="5457099"/>
                    <a:ext cx="129240" cy="37440"/>
                  </p14:xfrm>
                </p:contentPart>
              </mc:Choice>
              <mc:Fallback xmlns="">
                <p:pic>
                  <p:nvPicPr>
                    <p:cNvPr id="159" name="Ink 158">
                      <a:extLst>
                        <a:ext uri="{FF2B5EF4-FFF2-40B4-BE49-F238E27FC236}">
                          <a16:creationId xmlns:a16="http://schemas.microsoft.com/office/drawing/2014/main" id="{666FA042-6AE4-9539-84D5-A1461EDC27CF}"/>
                        </a:ext>
                      </a:extLst>
                    </p:cNvPr>
                    <p:cNvPicPr/>
                    <p:nvPr/>
                  </p:nvPicPr>
                  <p:blipFill>
                    <a:blip r:embed="rId81"/>
                    <a:stretch>
                      <a:fillRect/>
                    </a:stretch>
                  </p:blipFill>
                  <p:spPr>
                    <a:xfrm>
                      <a:off x="8239117" y="5450979"/>
                      <a:ext cx="141480" cy="49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149" name="Ink 148">
                    <a:extLst>
                      <a:ext uri="{FF2B5EF4-FFF2-40B4-BE49-F238E27FC236}">
                        <a16:creationId xmlns:a16="http://schemas.microsoft.com/office/drawing/2014/main" id="{41CB39FC-4CE8-F41A-8940-64867585B786}"/>
                      </a:ext>
                    </a:extLst>
                  </p14:cNvPr>
                  <p14:cNvContentPartPr/>
                  <p14:nvPr/>
                </p14:nvContentPartPr>
                <p14:xfrm>
                  <a:off x="8600280" y="5533499"/>
                  <a:ext cx="97920" cy="80640"/>
                </p14:xfrm>
              </p:contentPart>
            </mc:Choice>
            <mc:Fallback xmlns="">
              <p:pic>
                <p:nvPicPr>
                  <p:cNvPr id="160" name="Ink 159">
                    <a:extLst>
                      <a:ext uri="{FF2B5EF4-FFF2-40B4-BE49-F238E27FC236}">
                        <a16:creationId xmlns:a16="http://schemas.microsoft.com/office/drawing/2014/main" id="{5446476D-6119-FAC5-764E-CB87454DE9C3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8594160" y="5527379"/>
                    <a:ext cx="110160" cy="9288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55B1BE04-230E-B467-F322-86C8DCA7B3AA}"/>
                  </a:ext>
                </a:extLst>
              </p:cNvPr>
              <p:cNvGrpSpPr/>
              <p:nvPr/>
            </p:nvGrpSpPr>
            <p:grpSpPr>
              <a:xfrm>
                <a:off x="8910240" y="5811059"/>
                <a:ext cx="264240" cy="266400"/>
                <a:chOff x="8762197" y="5534139"/>
                <a:chExt cx="264240" cy="266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84">
                  <p14:nvContentPartPr>
                    <p14:cNvPr id="168" name="Ink 167">
                      <a:extLst>
                        <a:ext uri="{FF2B5EF4-FFF2-40B4-BE49-F238E27FC236}">
                          <a16:creationId xmlns:a16="http://schemas.microsoft.com/office/drawing/2014/main" id="{DBB101E8-27EA-387F-1D01-92350B7E833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762197" y="5589579"/>
                    <a:ext cx="214200" cy="48600"/>
                  </p14:xfrm>
                </p:contentPart>
              </mc:Choice>
              <mc:Fallback xmlns="">
                <p:pic>
                  <p:nvPicPr>
                    <p:cNvPr id="162" name="Ink 161">
                      <a:extLst>
                        <a:ext uri="{FF2B5EF4-FFF2-40B4-BE49-F238E27FC236}">
                          <a16:creationId xmlns:a16="http://schemas.microsoft.com/office/drawing/2014/main" id="{B806BB92-2EFD-1086-3EAF-27A6AE54BCEF}"/>
                        </a:ext>
                      </a:extLst>
                    </p:cNvPr>
                    <p:cNvPicPr/>
                    <p:nvPr/>
                  </p:nvPicPr>
                  <p:blipFill>
                    <a:blip r:embed="rId85"/>
                    <a:stretch>
                      <a:fillRect/>
                    </a:stretch>
                  </p:blipFill>
                  <p:spPr>
                    <a:xfrm>
                      <a:off x="8756077" y="5583459"/>
                      <a:ext cx="226440" cy="60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6">
                  <p14:nvContentPartPr>
                    <p14:cNvPr id="169" name="Ink 168">
                      <a:extLst>
                        <a:ext uri="{FF2B5EF4-FFF2-40B4-BE49-F238E27FC236}">
                          <a16:creationId xmlns:a16="http://schemas.microsoft.com/office/drawing/2014/main" id="{FE22148A-E267-15BB-71C3-DDF13E2DF14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81357" y="5534139"/>
                    <a:ext cx="145080" cy="266400"/>
                  </p14:xfrm>
                </p:contentPart>
              </mc:Choice>
              <mc:Fallback xmlns="">
                <p:pic>
                  <p:nvPicPr>
                    <p:cNvPr id="163" name="Ink 162">
                      <a:extLst>
                        <a:ext uri="{FF2B5EF4-FFF2-40B4-BE49-F238E27FC236}">
                          <a16:creationId xmlns:a16="http://schemas.microsoft.com/office/drawing/2014/main" id="{69226680-8BC6-4E8E-3F7B-22AC6D26175C}"/>
                        </a:ext>
                      </a:extLst>
                    </p:cNvPr>
                    <p:cNvPicPr/>
                    <p:nvPr/>
                  </p:nvPicPr>
                  <p:blipFill>
                    <a:blip r:embed="rId87"/>
                    <a:stretch>
                      <a:fillRect/>
                    </a:stretch>
                  </p:blipFill>
                  <p:spPr>
                    <a:xfrm>
                      <a:off x="8875237" y="5528019"/>
                      <a:ext cx="157320" cy="2786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64AB53F4-E8FE-E45B-7DDE-D604166F88F5}"/>
                  </a:ext>
                </a:extLst>
              </p:cNvPr>
              <p:cNvGrpSpPr/>
              <p:nvPr/>
            </p:nvGrpSpPr>
            <p:grpSpPr>
              <a:xfrm>
                <a:off x="9505680" y="5731499"/>
                <a:ext cx="2686320" cy="932400"/>
                <a:chOff x="9357637" y="5454579"/>
                <a:chExt cx="2686320" cy="932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88">
                  <p14:nvContentPartPr>
                    <p14:cNvPr id="152" name="Ink 151">
                      <a:extLst>
                        <a:ext uri="{FF2B5EF4-FFF2-40B4-BE49-F238E27FC236}">
                          <a16:creationId xmlns:a16="http://schemas.microsoft.com/office/drawing/2014/main" id="{44D51F84-B6CD-95F6-B6A7-F4239E89863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58357" y="5525499"/>
                    <a:ext cx="135720" cy="238320"/>
                  </p14:xfrm>
                </p:contentPart>
              </mc:Choice>
              <mc:Fallback xmlns="">
                <p:pic>
                  <p:nvPicPr>
                    <p:cNvPr id="165" name="Ink 164">
                      <a:extLst>
                        <a:ext uri="{FF2B5EF4-FFF2-40B4-BE49-F238E27FC236}">
                          <a16:creationId xmlns:a16="http://schemas.microsoft.com/office/drawing/2014/main" id="{2A4E280B-E1F6-14FE-D1AE-0D28A3989935}"/>
                        </a:ext>
                      </a:extLst>
                    </p:cNvPr>
                    <p:cNvPicPr/>
                    <p:nvPr/>
                  </p:nvPicPr>
                  <p:blipFill>
                    <a:blip r:embed="rId89"/>
                    <a:stretch>
                      <a:fillRect/>
                    </a:stretch>
                  </p:blipFill>
                  <p:spPr>
                    <a:xfrm>
                      <a:off x="9352237" y="5519379"/>
                      <a:ext cx="147960" cy="25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0">
                  <p14:nvContentPartPr>
                    <p14:cNvPr id="153" name="Ink 152">
                      <a:extLst>
                        <a:ext uri="{FF2B5EF4-FFF2-40B4-BE49-F238E27FC236}">
                          <a16:creationId xmlns:a16="http://schemas.microsoft.com/office/drawing/2014/main" id="{AC206DDD-BB12-CE64-EA18-584EF705D15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2597" y="5509299"/>
                    <a:ext cx="176400" cy="193680"/>
                  </p14:xfrm>
                </p:contentPart>
              </mc:Choice>
              <mc:Fallback xmlns="">
                <p:pic>
                  <p:nvPicPr>
                    <p:cNvPr id="166" name="Ink 165">
                      <a:extLst>
                        <a:ext uri="{FF2B5EF4-FFF2-40B4-BE49-F238E27FC236}">
                          <a16:creationId xmlns:a16="http://schemas.microsoft.com/office/drawing/2014/main" id="{1C082DBC-3CFB-5BAC-4564-4852A20E4FF6}"/>
                        </a:ext>
                      </a:extLst>
                    </p:cNvPr>
                    <p:cNvPicPr/>
                    <p:nvPr/>
                  </p:nvPicPr>
                  <p:blipFill>
                    <a:blip r:embed="rId91"/>
                    <a:stretch>
                      <a:fillRect/>
                    </a:stretch>
                  </p:blipFill>
                  <p:spPr>
                    <a:xfrm>
                      <a:off x="9526477" y="5503179"/>
                      <a:ext cx="188640" cy="205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2">
                  <p14:nvContentPartPr>
                    <p14:cNvPr id="154" name="Ink 153">
                      <a:extLst>
                        <a:ext uri="{FF2B5EF4-FFF2-40B4-BE49-F238E27FC236}">
                          <a16:creationId xmlns:a16="http://schemas.microsoft.com/office/drawing/2014/main" id="{2ECAD637-8360-576A-942F-6F7A74AD07C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742477" y="5454579"/>
                    <a:ext cx="198720" cy="223560"/>
                  </p14:xfrm>
                </p:contentPart>
              </mc:Choice>
              <mc:Fallback xmlns="">
                <p:pic>
                  <p:nvPicPr>
                    <p:cNvPr id="167" name="Ink 166">
                      <a:extLst>
                        <a:ext uri="{FF2B5EF4-FFF2-40B4-BE49-F238E27FC236}">
                          <a16:creationId xmlns:a16="http://schemas.microsoft.com/office/drawing/2014/main" id="{1AC16A8D-FA7E-AFF2-7AA5-DBA16CC88765}"/>
                        </a:ext>
                      </a:extLst>
                    </p:cNvPr>
                    <p:cNvPicPr/>
                    <p:nvPr/>
                  </p:nvPicPr>
                  <p:blipFill>
                    <a:blip r:embed="rId93"/>
                    <a:stretch>
                      <a:fillRect/>
                    </a:stretch>
                  </p:blipFill>
                  <p:spPr>
                    <a:xfrm>
                      <a:off x="9736357" y="5448459"/>
                      <a:ext cx="210960" cy="235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4">
                  <p14:nvContentPartPr>
                    <p14:cNvPr id="155" name="Ink 154">
                      <a:extLst>
                        <a:ext uri="{FF2B5EF4-FFF2-40B4-BE49-F238E27FC236}">
                          <a16:creationId xmlns:a16="http://schemas.microsoft.com/office/drawing/2014/main" id="{50E1B9B4-9739-C447-CB76-FB3CD8DBE35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62797" y="5524419"/>
                    <a:ext cx="279720" cy="179280"/>
                  </p14:xfrm>
                </p:contentPart>
              </mc:Choice>
              <mc:Fallback xmlns="">
                <p:pic>
                  <p:nvPicPr>
                    <p:cNvPr id="168" name="Ink 167">
                      <a:extLst>
                        <a:ext uri="{FF2B5EF4-FFF2-40B4-BE49-F238E27FC236}">
                          <a16:creationId xmlns:a16="http://schemas.microsoft.com/office/drawing/2014/main" id="{B4AD96AF-E84C-4B90-D67C-553BD86B4B72}"/>
                        </a:ext>
                      </a:extLst>
                    </p:cNvPr>
                    <p:cNvPicPr/>
                    <p:nvPr/>
                  </p:nvPicPr>
                  <p:blipFill>
                    <a:blip r:embed="rId95"/>
                    <a:stretch>
                      <a:fillRect/>
                    </a:stretch>
                  </p:blipFill>
                  <p:spPr>
                    <a:xfrm>
                      <a:off x="9956677" y="5518299"/>
                      <a:ext cx="291960" cy="191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6">
                  <p14:nvContentPartPr>
                    <p14:cNvPr id="156" name="Ink 155">
                      <a:extLst>
                        <a:ext uri="{FF2B5EF4-FFF2-40B4-BE49-F238E27FC236}">
                          <a16:creationId xmlns:a16="http://schemas.microsoft.com/office/drawing/2014/main" id="{589C6770-F7C4-548E-B9FD-D14A4A83382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57637" y="5845539"/>
                    <a:ext cx="313560" cy="476280"/>
                  </p14:xfrm>
                </p:contentPart>
              </mc:Choice>
              <mc:Fallback xmlns="">
                <p:pic>
                  <p:nvPicPr>
                    <p:cNvPr id="170" name="Ink 169">
                      <a:extLst>
                        <a:ext uri="{FF2B5EF4-FFF2-40B4-BE49-F238E27FC236}">
                          <a16:creationId xmlns:a16="http://schemas.microsoft.com/office/drawing/2014/main" id="{C548CFF4-A4A9-4B31-245D-D6963C96F1DE}"/>
                        </a:ext>
                      </a:extLst>
                    </p:cNvPr>
                    <p:cNvPicPr/>
                    <p:nvPr/>
                  </p:nvPicPr>
                  <p:blipFill>
                    <a:blip r:embed="rId97"/>
                    <a:stretch>
                      <a:fillRect/>
                    </a:stretch>
                  </p:blipFill>
                  <p:spPr>
                    <a:xfrm>
                      <a:off x="9351517" y="5839419"/>
                      <a:ext cx="325800" cy="488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8">
                  <p14:nvContentPartPr>
                    <p14:cNvPr id="157" name="Ink 156">
                      <a:extLst>
                        <a:ext uri="{FF2B5EF4-FFF2-40B4-BE49-F238E27FC236}">
                          <a16:creationId xmlns:a16="http://schemas.microsoft.com/office/drawing/2014/main" id="{15896EE7-491C-90A8-7033-9383F62617F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770557" y="6041739"/>
                    <a:ext cx="130320" cy="192960"/>
                  </p14:xfrm>
                </p:contentPart>
              </mc:Choice>
              <mc:Fallback xmlns="">
                <p:pic>
                  <p:nvPicPr>
                    <p:cNvPr id="171" name="Ink 170">
                      <a:extLst>
                        <a:ext uri="{FF2B5EF4-FFF2-40B4-BE49-F238E27FC236}">
                          <a16:creationId xmlns:a16="http://schemas.microsoft.com/office/drawing/2014/main" id="{80ADC9E9-52B1-F759-3376-2C7E1B814680}"/>
                        </a:ext>
                      </a:extLst>
                    </p:cNvPr>
                    <p:cNvPicPr/>
                    <p:nvPr/>
                  </p:nvPicPr>
                  <p:blipFill>
                    <a:blip r:embed="rId99"/>
                    <a:stretch>
                      <a:fillRect/>
                    </a:stretch>
                  </p:blipFill>
                  <p:spPr>
                    <a:xfrm>
                      <a:off x="9764437" y="6035619"/>
                      <a:ext cx="142560" cy="2052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0">
                  <p14:nvContentPartPr>
                    <p14:cNvPr id="158" name="Ink 157">
                      <a:extLst>
                        <a:ext uri="{FF2B5EF4-FFF2-40B4-BE49-F238E27FC236}">
                          <a16:creationId xmlns:a16="http://schemas.microsoft.com/office/drawing/2014/main" id="{142728B7-D174-CEF5-B76B-AC640ED5E9F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23197" y="6011139"/>
                    <a:ext cx="212760" cy="216720"/>
                  </p14:xfrm>
                </p:contentPart>
              </mc:Choice>
              <mc:Fallback xmlns="">
                <p:pic>
                  <p:nvPicPr>
                    <p:cNvPr id="172" name="Ink 171">
                      <a:extLst>
                        <a:ext uri="{FF2B5EF4-FFF2-40B4-BE49-F238E27FC236}">
                          <a16:creationId xmlns:a16="http://schemas.microsoft.com/office/drawing/2014/main" id="{3B40F738-1A85-7471-8347-AF0D0C900AB9}"/>
                        </a:ext>
                      </a:extLst>
                    </p:cNvPr>
                    <p:cNvPicPr/>
                    <p:nvPr/>
                  </p:nvPicPr>
                  <p:blipFill>
                    <a:blip r:embed="rId101"/>
                    <a:stretch>
                      <a:fillRect/>
                    </a:stretch>
                  </p:blipFill>
                  <p:spPr>
                    <a:xfrm>
                      <a:off x="9917077" y="6005019"/>
                      <a:ext cx="225000" cy="228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2">
                  <p14:nvContentPartPr>
                    <p14:cNvPr id="159" name="Ink 158">
                      <a:extLst>
                        <a:ext uri="{FF2B5EF4-FFF2-40B4-BE49-F238E27FC236}">
                          <a16:creationId xmlns:a16="http://schemas.microsoft.com/office/drawing/2014/main" id="{8A6F6B41-9DD4-B6C8-15F3-843279D37F1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53597" y="6010779"/>
                    <a:ext cx="335880" cy="200880"/>
                  </p14:xfrm>
                </p:contentPart>
              </mc:Choice>
              <mc:Fallback xmlns="">
                <p:pic>
                  <p:nvPicPr>
                    <p:cNvPr id="173" name="Ink 172">
                      <a:extLst>
                        <a:ext uri="{FF2B5EF4-FFF2-40B4-BE49-F238E27FC236}">
                          <a16:creationId xmlns:a16="http://schemas.microsoft.com/office/drawing/2014/main" id="{17946B5A-9E84-51A4-B046-757B84606988}"/>
                        </a:ext>
                      </a:extLst>
                    </p:cNvPr>
                    <p:cNvPicPr/>
                    <p:nvPr/>
                  </p:nvPicPr>
                  <p:blipFill>
                    <a:blip r:embed="rId103"/>
                    <a:stretch>
                      <a:fillRect/>
                    </a:stretch>
                  </p:blipFill>
                  <p:spPr>
                    <a:xfrm>
                      <a:off x="10147477" y="6004659"/>
                      <a:ext cx="348120" cy="213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4">
                  <p14:nvContentPartPr>
                    <p14:cNvPr id="160" name="Ink 159">
                      <a:extLst>
                        <a:ext uri="{FF2B5EF4-FFF2-40B4-BE49-F238E27FC236}">
                          <a16:creationId xmlns:a16="http://schemas.microsoft.com/office/drawing/2014/main" id="{722D47A7-A223-2B8E-E491-A42FB5441C5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614397" y="5939139"/>
                    <a:ext cx="134640" cy="255240"/>
                  </p14:xfrm>
                </p:contentPart>
              </mc:Choice>
              <mc:Fallback xmlns="">
                <p:pic>
                  <p:nvPicPr>
                    <p:cNvPr id="174" name="Ink 173">
                      <a:extLst>
                        <a:ext uri="{FF2B5EF4-FFF2-40B4-BE49-F238E27FC236}">
                          <a16:creationId xmlns:a16="http://schemas.microsoft.com/office/drawing/2014/main" id="{31A0D0C1-F5A7-DE5E-3372-7C674D6A9384}"/>
                        </a:ext>
                      </a:extLst>
                    </p:cNvPr>
                    <p:cNvPicPr/>
                    <p:nvPr/>
                  </p:nvPicPr>
                  <p:blipFill>
                    <a:blip r:embed="rId105"/>
                    <a:stretch>
                      <a:fillRect/>
                    </a:stretch>
                  </p:blipFill>
                  <p:spPr>
                    <a:xfrm>
                      <a:off x="10608277" y="5933019"/>
                      <a:ext cx="146880" cy="267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6">
                  <p14:nvContentPartPr>
                    <p14:cNvPr id="161" name="Ink 160">
                      <a:extLst>
                        <a:ext uri="{FF2B5EF4-FFF2-40B4-BE49-F238E27FC236}">
                          <a16:creationId xmlns:a16="http://schemas.microsoft.com/office/drawing/2014/main" id="{BC3D1FF3-8938-41EC-B588-A575797DD7C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869277" y="5684979"/>
                    <a:ext cx="75600" cy="488880"/>
                  </p14:xfrm>
                </p:contentPart>
              </mc:Choice>
              <mc:Fallback xmlns="">
                <p:pic>
                  <p:nvPicPr>
                    <p:cNvPr id="175" name="Ink 174">
                      <a:extLst>
                        <a:ext uri="{FF2B5EF4-FFF2-40B4-BE49-F238E27FC236}">
                          <a16:creationId xmlns:a16="http://schemas.microsoft.com/office/drawing/2014/main" id="{5F950033-9D0D-13E0-475B-99B91B68205C}"/>
                        </a:ext>
                      </a:extLst>
                    </p:cNvPr>
                    <p:cNvPicPr/>
                    <p:nvPr/>
                  </p:nvPicPr>
                  <p:blipFill>
                    <a:blip r:embed="rId107"/>
                    <a:stretch>
                      <a:fillRect/>
                    </a:stretch>
                  </p:blipFill>
                  <p:spPr>
                    <a:xfrm>
                      <a:off x="10863157" y="5678859"/>
                      <a:ext cx="87840" cy="501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8">
                  <p14:nvContentPartPr>
                    <p14:cNvPr id="162" name="Ink 161">
                      <a:extLst>
                        <a:ext uri="{FF2B5EF4-FFF2-40B4-BE49-F238E27FC236}">
                          <a16:creationId xmlns:a16="http://schemas.microsoft.com/office/drawing/2014/main" id="{6BCEE32A-E3D7-27D8-D15F-66261985005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789717" y="5944179"/>
                    <a:ext cx="171720" cy="43200"/>
                  </p14:xfrm>
                </p:contentPart>
              </mc:Choice>
              <mc:Fallback xmlns="">
                <p:pic>
                  <p:nvPicPr>
                    <p:cNvPr id="176" name="Ink 175">
                      <a:extLst>
                        <a:ext uri="{FF2B5EF4-FFF2-40B4-BE49-F238E27FC236}">
                          <a16:creationId xmlns:a16="http://schemas.microsoft.com/office/drawing/2014/main" id="{8CC93749-63A8-172D-BEDE-2E1A28EAF20B}"/>
                        </a:ext>
                      </a:extLst>
                    </p:cNvPr>
                    <p:cNvPicPr/>
                    <p:nvPr/>
                  </p:nvPicPr>
                  <p:blipFill>
                    <a:blip r:embed="rId109"/>
                    <a:stretch>
                      <a:fillRect/>
                    </a:stretch>
                  </p:blipFill>
                  <p:spPr>
                    <a:xfrm>
                      <a:off x="10783597" y="5938059"/>
                      <a:ext cx="183960" cy="55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0">
                  <p14:nvContentPartPr>
                    <p14:cNvPr id="163" name="Ink 162">
                      <a:extLst>
                        <a:ext uri="{FF2B5EF4-FFF2-40B4-BE49-F238E27FC236}">
                          <a16:creationId xmlns:a16="http://schemas.microsoft.com/office/drawing/2014/main" id="{907D2F65-05FD-AFDB-451E-0BF7E39A22A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046757" y="6011139"/>
                    <a:ext cx="29520" cy="136080"/>
                  </p14:xfrm>
                </p:contentPart>
              </mc:Choice>
              <mc:Fallback xmlns="">
                <p:pic>
                  <p:nvPicPr>
                    <p:cNvPr id="177" name="Ink 176">
                      <a:extLst>
                        <a:ext uri="{FF2B5EF4-FFF2-40B4-BE49-F238E27FC236}">
                          <a16:creationId xmlns:a16="http://schemas.microsoft.com/office/drawing/2014/main" id="{803F5794-2EA8-4B14-5CFA-F7605FC75B30}"/>
                        </a:ext>
                      </a:extLst>
                    </p:cNvPr>
                    <p:cNvPicPr/>
                    <p:nvPr/>
                  </p:nvPicPr>
                  <p:blipFill>
                    <a:blip r:embed="rId111"/>
                    <a:stretch>
                      <a:fillRect/>
                    </a:stretch>
                  </p:blipFill>
                  <p:spPr>
                    <a:xfrm>
                      <a:off x="11040637" y="6005019"/>
                      <a:ext cx="41760" cy="148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2">
                  <p14:nvContentPartPr>
                    <p14:cNvPr id="164" name="Ink 163">
                      <a:extLst>
                        <a:ext uri="{FF2B5EF4-FFF2-40B4-BE49-F238E27FC236}">
                          <a16:creationId xmlns:a16="http://schemas.microsoft.com/office/drawing/2014/main" id="{32141791-7482-B7E2-63A5-7B9849C9D0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114077" y="5988819"/>
                    <a:ext cx="155520" cy="174600"/>
                  </p14:xfrm>
                </p:contentPart>
              </mc:Choice>
              <mc:Fallback xmlns="">
                <p:pic>
                  <p:nvPicPr>
                    <p:cNvPr id="178" name="Ink 177">
                      <a:extLst>
                        <a:ext uri="{FF2B5EF4-FFF2-40B4-BE49-F238E27FC236}">
                          <a16:creationId xmlns:a16="http://schemas.microsoft.com/office/drawing/2014/main" id="{AC3DFA60-3BC6-9D31-B1F1-13DBEF194259}"/>
                        </a:ext>
                      </a:extLst>
                    </p:cNvPr>
                    <p:cNvPicPr/>
                    <p:nvPr/>
                  </p:nvPicPr>
                  <p:blipFill>
                    <a:blip r:embed="rId113"/>
                    <a:stretch>
                      <a:fillRect/>
                    </a:stretch>
                  </p:blipFill>
                  <p:spPr>
                    <a:xfrm>
                      <a:off x="11107957" y="5982699"/>
                      <a:ext cx="167760" cy="186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4">
                  <p14:nvContentPartPr>
                    <p14:cNvPr id="165" name="Ink 164">
                      <a:extLst>
                        <a:ext uri="{FF2B5EF4-FFF2-40B4-BE49-F238E27FC236}">
                          <a16:creationId xmlns:a16="http://schemas.microsoft.com/office/drawing/2014/main" id="{024C8A38-E2A9-7611-E9B2-50BCEC04DF2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067997" y="5966859"/>
                    <a:ext cx="18720" cy="84240"/>
                  </p14:xfrm>
                </p:contentPart>
              </mc:Choice>
              <mc:Fallback xmlns="">
                <p:pic>
                  <p:nvPicPr>
                    <p:cNvPr id="179" name="Ink 178">
                      <a:extLst>
                        <a:ext uri="{FF2B5EF4-FFF2-40B4-BE49-F238E27FC236}">
                          <a16:creationId xmlns:a16="http://schemas.microsoft.com/office/drawing/2014/main" id="{DE8BB19B-8E4B-E619-61EA-386C1731A975}"/>
                        </a:ext>
                      </a:extLst>
                    </p:cNvPr>
                    <p:cNvPicPr/>
                    <p:nvPr/>
                  </p:nvPicPr>
                  <p:blipFill>
                    <a:blip r:embed="rId115"/>
                    <a:stretch>
                      <a:fillRect/>
                    </a:stretch>
                  </p:blipFill>
                  <p:spPr>
                    <a:xfrm>
                      <a:off x="11061877" y="5960739"/>
                      <a:ext cx="30960" cy="96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6">
                  <p14:nvContentPartPr>
                    <p14:cNvPr id="166" name="Ink 165">
                      <a:extLst>
                        <a:ext uri="{FF2B5EF4-FFF2-40B4-BE49-F238E27FC236}">
                          <a16:creationId xmlns:a16="http://schemas.microsoft.com/office/drawing/2014/main" id="{280650D1-1E38-049B-1EE7-DBA0D21B477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94157" y="5891619"/>
                    <a:ext cx="246600" cy="257760"/>
                  </p14:xfrm>
                </p:contentPart>
              </mc:Choice>
              <mc:Fallback xmlns="">
                <p:pic>
                  <p:nvPicPr>
                    <p:cNvPr id="181" name="Ink 180">
                      <a:extLst>
                        <a:ext uri="{FF2B5EF4-FFF2-40B4-BE49-F238E27FC236}">
                          <a16:creationId xmlns:a16="http://schemas.microsoft.com/office/drawing/2014/main" id="{D6E7347B-1BEF-9538-2B6F-C6CEBF048FC1}"/>
                        </a:ext>
                      </a:extLst>
                    </p:cNvPr>
                    <p:cNvPicPr/>
                    <p:nvPr/>
                  </p:nvPicPr>
                  <p:blipFill>
                    <a:blip r:embed="rId117"/>
                    <a:stretch>
                      <a:fillRect/>
                    </a:stretch>
                  </p:blipFill>
                  <p:spPr>
                    <a:xfrm>
                      <a:off x="11388037" y="5885499"/>
                      <a:ext cx="258840" cy="270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8">
                  <p14:nvContentPartPr>
                    <p14:cNvPr id="167" name="Ink 166">
                      <a:extLst>
                        <a:ext uri="{FF2B5EF4-FFF2-40B4-BE49-F238E27FC236}">
                          <a16:creationId xmlns:a16="http://schemas.microsoft.com/office/drawing/2014/main" id="{CAAB7774-221E-C318-CBD4-3D3E1756F85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591077" y="5860659"/>
                    <a:ext cx="452880" cy="526320"/>
                  </p14:xfrm>
                </p:contentPart>
              </mc:Choice>
              <mc:Fallback xmlns="">
                <p:pic>
                  <p:nvPicPr>
                    <p:cNvPr id="182" name="Ink 181">
                      <a:extLst>
                        <a:ext uri="{FF2B5EF4-FFF2-40B4-BE49-F238E27FC236}">
                          <a16:creationId xmlns:a16="http://schemas.microsoft.com/office/drawing/2014/main" id="{C26F31E0-D197-3425-AA82-79C1C4FD6C53}"/>
                        </a:ext>
                      </a:extLst>
                    </p:cNvPr>
                    <p:cNvPicPr/>
                    <p:nvPr/>
                  </p:nvPicPr>
                  <p:blipFill>
                    <a:blip r:embed="rId119"/>
                    <a:stretch>
                      <a:fillRect/>
                    </a:stretch>
                  </p:blipFill>
                  <p:spPr>
                    <a:xfrm>
                      <a:off x="11584957" y="5854539"/>
                      <a:ext cx="465120" cy="5385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9815A09F-4C42-0814-F1FA-EE68C31B8A5D}"/>
                </a:ext>
              </a:extLst>
            </p:cNvPr>
            <p:cNvSpPr txBox="1"/>
            <p:nvPr/>
          </p:nvSpPr>
          <p:spPr>
            <a:xfrm>
              <a:off x="121009" y="5922239"/>
              <a:ext cx="7150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Current nose to shoulder/ Baseline nose to shoulder = Cos(B)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94B0358-CD59-0B77-6C5B-E3FD310BB9A2}"/>
                </a:ext>
              </a:extLst>
            </p:cNvPr>
            <p:cNvGrpSpPr/>
            <p:nvPr/>
          </p:nvGrpSpPr>
          <p:grpSpPr>
            <a:xfrm>
              <a:off x="2272843" y="451517"/>
              <a:ext cx="2883876" cy="3307742"/>
              <a:chOff x="2193210" y="930303"/>
              <a:chExt cx="2883876" cy="3307742"/>
            </a:xfrm>
          </p:grpSpPr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201D4C83-D4BA-F969-0D88-F76AFF52D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4442" y="1483221"/>
                <a:ext cx="1341715" cy="2246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599E65DD-674A-AC29-7673-3A140BBB06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7398" y="2814762"/>
                <a:ext cx="1105232" cy="14232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D4D6F445-6377-7176-406F-8F6A2173EEC3}"/>
                  </a:ext>
                </a:extLst>
              </p:cNvPr>
              <p:cNvCxnSpPr/>
              <p:nvPr/>
            </p:nvCxnSpPr>
            <p:spPr>
              <a:xfrm flipV="1">
                <a:off x="3538330" y="1971923"/>
                <a:ext cx="0" cy="15107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5C90967-8A9D-7376-26FA-7E83C4CCA8B7}"/>
                  </a:ext>
                </a:extLst>
              </p:cNvPr>
              <p:cNvSpPr/>
              <p:nvPr/>
            </p:nvSpPr>
            <p:spPr>
              <a:xfrm>
                <a:off x="3009568" y="930303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F50F402B-005B-38AE-8D1F-D1AFD28B26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4560" y="3013543"/>
                <a:ext cx="2790908" cy="866694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1A7C6E72-5B4A-6E3B-E339-0531B8B482DA}"/>
                      </a:ext>
                    </a:extLst>
                  </p14:cNvPr>
                  <p14:cNvContentPartPr/>
                  <p14:nvPr/>
                </p14:nvContentPartPr>
                <p14:xfrm>
                  <a:off x="3546157" y="3347499"/>
                  <a:ext cx="72000" cy="7848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834F72BD-F447-957F-4280-AD30EE18FF9B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540037" y="3341379"/>
                    <a:ext cx="84240" cy="907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7EE97AA-5A7B-0916-906B-88D141A780EC}"/>
                  </a:ext>
                </a:extLst>
              </p:cNvPr>
              <p:cNvSpPr/>
              <p:nvPr/>
            </p:nvSpPr>
            <p:spPr>
              <a:xfrm>
                <a:off x="3453050" y="1393024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CA7FA04C-81F2-1885-4B47-EB70E13CA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3210" y="1699260"/>
                <a:ext cx="1350" cy="21809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F2EAD0D0-BD5A-EE15-AAE5-69B361BD3427}"/>
                  </a:ext>
                </a:extLst>
              </p:cNvPr>
              <p:cNvSpPr txBox="1"/>
              <p:nvPr/>
            </p:nvSpPr>
            <p:spPr>
              <a:xfrm>
                <a:off x="2949600" y="3843178"/>
                <a:ext cx="15982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Shoulder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65CC33B-E576-16DE-F3E4-E952BC5F64E0}"/>
                  </a:ext>
                </a:extLst>
              </p:cNvPr>
              <p:cNvSpPr txBox="1"/>
              <p:nvPr/>
            </p:nvSpPr>
            <p:spPr>
              <a:xfrm>
                <a:off x="3478874" y="2396300"/>
                <a:ext cx="15982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Neck</a:t>
                </a:r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3C4E5731-7B9D-1DE5-9A95-CC2DC4B9F870}"/>
                </a:ext>
              </a:extLst>
            </p:cNvPr>
            <p:cNvSpPr txBox="1"/>
            <p:nvPr/>
          </p:nvSpPr>
          <p:spPr>
            <a:xfrm>
              <a:off x="2284075" y="4152934"/>
              <a:ext cx="3625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Non hunchback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AB1F70FD-C648-6DA0-FB44-986AAD53F32E}"/>
                </a:ext>
              </a:extLst>
            </p:cNvPr>
            <p:cNvSpPr txBox="1"/>
            <p:nvPr/>
          </p:nvSpPr>
          <p:spPr>
            <a:xfrm>
              <a:off x="8392510" y="3792778"/>
              <a:ext cx="3625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Hunchback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EB9F1F5-62A4-5062-7987-1C8C1D2DEFA7}"/>
                    </a:ext>
                  </a:extLst>
                </p14:cNvPr>
                <p14:cNvContentPartPr/>
                <p14:nvPr/>
              </p14:nvContentPartPr>
              <p14:xfrm>
                <a:off x="7386637" y="5653064"/>
                <a:ext cx="36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EB9F1F5-62A4-5062-7987-1C8C1D2DEFA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80517" y="564694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E619-50E8-1ADD-595A-3616FAB1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760C00-027B-5A31-7536-E1BB8CD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FB8FE5-9060-431A-8611-B12780D1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0634BD-AB36-3AD4-E8FA-2CB9BE7D87FF}"/>
              </a:ext>
            </a:extLst>
          </p:cNvPr>
          <p:cNvGrpSpPr/>
          <p:nvPr/>
        </p:nvGrpSpPr>
        <p:grpSpPr>
          <a:xfrm>
            <a:off x="0" y="1257593"/>
            <a:ext cx="9074259" cy="4587292"/>
            <a:chOff x="121009" y="145518"/>
            <a:chExt cx="11944196" cy="65495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38217F-1B07-1BB2-6D2C-6648792F7574}"/>
                </a:ext>
              </a:extLst>
            </p:cNvPr>
            <p:cNvSpPr txBox="1"/>
            <p:nvPr/>
          </p:nvSpPr>
          <p:spPr>
            <a:xfrm>
              <a:off x="558150" y="1985500"/>
              <a:ext cx="4187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Baseline nose</a:t>
              </a:r>
            </a:p>
            <a:p>
              <a:r>
                <a:rPr lang="en-US" sz="1600" dirty="0"/>
                <a:t>To shoulder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F2F22E-185E-E99B-74A0-A075A8C273FC}"/>
                </a:ext>
              </a:extLst>
            </p:cNvPr>
            <p:cNvSpPr txBox="1"/>
            <p:nvPr/>
          </p:nvSpPr>
          <p:spPr>
            <a:xfrm>
              <a:off x="5610338" y="2214642"/>
              <a:ext cx="41875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Current nose </a:t>
              </a:r>
            </a:p>
            <a:p>
              <a:r>
                <a:rPr lang="en-US" sz="1600" dirty="0"/>
                <a:t>to shoulder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99A617C-AEC4-E474-9272-ECE1EDA6158F}"/>
                </a:ext>
              </a:extLst>
            </p:cNvPr>
            <p:cNvGrpSpPr/>
            <p:nvPr/>
          </p:nvGrpSpPr>
          <p:grpSpPr>
            <a:xfrm>
              <a:off x="6544794" y="145518"/>
              <a:ext cx="4591909" cy="3465801"/>
              <a:chOff x="5857101" y="641379"/>
              <a:chExt cx="4591909" cy="3465801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304F601-2E7B-B8BB-17A1-39F21C9EA14D}"/>
                  </a:ext>
                </a:extLst>
              </p:cNvPr>
              <p:cNvCxnSpPr/>
              <p:nvPr/>
            </p:nvCxnSpPr>
            <p:spPr>
              <a:xfrm>
                <a:off x="7262158" y="1927816"/>
                <a:ext cx="0" cy="1739058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3CB4F79-5F96-6D9B-A484-511142DFC4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74342" y="1815511"/>
                <a:ext cx="1341715" cy="2246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52AB881E-F913-320F-1328-B7663A27CD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0940" y="2491077"/>
                <a:ext cx="1105232" cy="14232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6D808BFE-366E-CBED-7699-82C4F207A9CF}"/>
                  </a:ext>
                </a:extLst>
              </p:cNvPr>
              <p:cNvCxnSpPr/>
              <p:nvPr/>
            </p:nvCxnSpPr>
            <p:spPr>
              <a:xfrm flipV="1">
                <a:off x="9001872" y="1648238"/>
                <a:ext cx="0" cy="15107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68FFC58-B0A5-37E8-05B0-038A6706FE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57101" y="2689858"/>
                <a:ext cx="4591909" cy="1417322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58" name="Ink 157">
                    <a:extLst>
                      <a:ext uri="{FF2B5EF4-FFF2-40B4-BE49-F238E27FC236}">
                        <a16:creationId xmlns:a16="http://schemas.microsoft.com/office/drawing/2014/main" id="{4D799A1B-C374-708D-7A59-D87B58374D83}"/>
                      </a:ext>
                    </a:extLst>
                  </p14:cNvPr>
                  <p14:cNvContentPartPr/>
                  <p14:nvPr/>
                </p14:nvContentPartPr>
                <p14:xfrm>
                  <a:off x="9009699" y="3023814"/>
                  <a:ext cx="72000" cy="7848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BE58A733-D733-41D7-257B-C1C011E6AF0A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003579" y="3017694"/>
                    <a:ext cx="84240" cy="9072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0BCF9DA-9C0B-2125-279A-8CC07C39519A}"/>
                  </a:ext>
                </a:extLst>
              </p:cNvPr>
              <p:cNvCxnSpPr/>
              <p:nvPr/>
            </p:nvCxnSpPr>
            <p:spPr>
              <a:xfrm flipH="1" flipV="1">
                <a:off x="7591839" y="2219407"/>
                <a:ext cx="1410033" cy="906762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06B1337E-DB96-19DE-BFA6-41C53AE82C88}"/>
                  </a:ext>
                </a:extLst>
              </p:cNvPr>
              <p:cNvSpPr/>
              <p:nvPr/>
            </p:nvSpPr>
            <p:spPr>
              <a:xfrm>
                <a:off x="6659142" y="1362654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372C56EA-682D-110F-4633-2B23F14C771B}"/>
                  </a:ext>
                </a:extLst>
              </p:cNvPr>
              <p:cNvSpPr/>
              <p:nvPr/>
            </p:nvSpPr>
            <p:spPr>
              <a:xfrm>
                <a:off x="8473110" y="641379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BE7210B5-6D16-C83F-F3F0-D2C588E0F9E6}"/>
                  </a:ext>
                </a:extLst>
              </p:cNvPr>
              <p:cNvSpPr/>
              <p:nvPr/>
            </p:nvSpPr>
            <p:spPr>
              <a:xfrm>
                <a:off x="8927824" y="1094236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11D1AA59-3774-F00A-43D0-765402460D3F}"/>
                  </a:ext>
                </a:extLst>
              </p:cNvPr>
              <p:cNvSpPr/>
              <p:nvPr/>
            </p:nvSpPr>
            <p:spPr>
              <a:xfrm>
                <a:off x="7106028" y="1815511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5B0C4318-2184-1CA7-70E2-147B4477DE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2168" y="2040122"/>
                <a:ext cx="0" cy="195636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65" name="Ink 164">
                    <a:extLst>
                      <a:ext uri="{FF2B5EF4-FFF2-40B4-BE49-F238E27FC236}">
                        <a16:creationId xmlns:a16="http://schemas.microsoft.com/office/drawing/2014/main" id="{A6DDCEA4-3A6E-F295-978F-7E72D7DFC923}"/>
                      </a:ext>
                    </a:extLst>
                  </p14:cNvPr>
                  <p14:cNvContentPartPr/>
                  <p14:nvPr/>
                </p14:nvContentPartPr>
                <p14:xfrm>
                  <a:off x="7265640" y="3593865"/>
                  <a:ext cx="50400" cy="5508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53502E5E-043B-1481-828E-D81A67BD2F69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259520" y="3587745"/>
                    <a:ext cx="62640" cy="67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66" name="Ink 165">
                    <a:extLst>
                      <a:ext uri="{FF2B5EF4-FFF2-40B4-BE49-F238E27FC236}">
                        <a16:creationId xmlns:a16="http://schemas.microsoft.com/office/drawing/2014/main" id="{1A8C81DA-3AF9-34FE-7A2B-18D907779452}"/>
                      </a:ext>
                    </a:extLst>
                  </p14:cNvPr>
                  <p14:cNvContentPartPr/>
                  <p14:nvPr/>
                </p14:nvContentPartPr>
                <p14:xfrm>
                  <a:off x="8758512" y="2822280"/>
                  <a:ext cx="228960" cy="1526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F6C71D02-F0E7-7F7D-0AAA-C587204ADDCB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752392" y="2816160"/>
                    <a:ext cx="241200" cy="164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67" name="Ink 166">
                    <a:extLst>
                      <a:ext uri="{FF2B5EF4-FFF2-40B4-BE49-F238E27FC236}">
                        <a16:creationId xmlns:a16="http://schemas.microsoft.com/office/drawing/2014/main" id="{3840A902-11DB-B038-3355-42F20EA3DAF3}"/>
                      </a:ext>
                    </a:extLst>
                  </p14:cNvPr>
                  <p14:cNvContentPartPr/>
                  <p14:nvPr/>
                </p14:nvContentPartPr>
                <p14:xfrm>
                  <a:off x="8710992" y="2456520"/>
                  <a:ext cx="193320" cy="197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55B80970-53F5-C144-8BA3-BE1822397A99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704872" y="2450400"/>
                    <a:ext cx="20556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68" name="Ink 167">
                    <a:extLst>
                      <a:ext uri="{FF2B5EF4-FFF2-40B4-BE49-F238E27FC236}">
                        <a16:creationId xmlns:a16="http://schemas.microsoft.com/office/drawing/2014/main" id="{E7DD0A39-AA5B-4EC8-5262-C3CCA1EDED2B}"/>
                      </a:ext>
                    </a:extLst>
                  </p14:cNvPr>
                  <p14:cNvContentPartPr/>
                  <p14:nvPr/>
                </p14:nvContentPartPr>
                <p14:xfrm>
                  <a:off x="8578597" y="2909739"/>
                  <a:ext cx="88560" cy="30744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28E566C6-27FD-2D70-8A61-D32B98C425FA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572477" y="2903619"/>
                    <a:ext cx="100800" cy="31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69" name="Ink 168">
                    <a:extLst>
                      <a:ext uri="{FF2B5EF4-FFF2-40B4-BE49-F238E27FC236}">
                        <a16:creationId xmlns:a16="http://schemas.microsoft.com/office/drawing/2014/main" id="{52D2E415-C12C-33B5-0DB3-0CF70B803883}"/>
                      </a:ext>
                    </a:extLst>
                  </p14:cNvPr>
                  <p14:cNvContentPartPr/>
                  <p14:nvPr/>
                </p14:nvContentPartPr>
                <p14:xfrm>
                  <a:off x="8236597" y="2860779"/>
                  <a:ext cx="161280" cy="43992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582D4620-981C-AE72-98E4-67787115697B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230477" y="2854659"/>
                    <a:ext cx="173520" cy="452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4CF85A1-360D-1736-399B-FE7FCF71081E}"/>
                </a:ext>
              </a:extLst>
            </p:cNvPr>
            <p:cNvGrpSpPr/>
            <p:nvPr/>
          </p:nvGrpSpPr>
          <p:grpSpPr>
            <a:xfrm>
              <a:off x="1756633" y="5149013"/>
              <a:ext cx="2545200" cy="751320"/>
              <a:chOff x="1430797" y="4739979"/>
              <a:chExt cx="2545200" cy="751320"/>
            </a:xfrm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825E47EA-BB7C-A1BE-E031-9190CA530C0E}"/>
                  </a:ext>
                </a:extLst>
              </p:cNvPr>
              <p:cNvGrpSpPr/>
              <p:nvPr/>
            </p:nvGrpSpPr>
            <p:grpSpPr>
              <a:xfrm>
                <a:off x="1430797" y="4842939"/>
                <a:ext cx="693000" cy="648360"/>
                <a:chOff x="1430797" y="4842939"/>
                <a:chExt cx="693000" cy="6483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50" name="Ink 149">
                      <a:extLst>
                        <a:ext uri="{FF2B5EF4-FFF2-40B4-BE49-F238E27FC236}">
                          <a16:creationId xmlns:a16="http://schemas.microsoft.com/office/drawing/2014/main" id="{96E5E718-2AF9-F8F6-3A12-3A2652E8A50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30797" y="4842939"/>
                    <a:ext cx="312840" cy="648360"/>
                  </p14:xfrm>
                </p:contentPart>
              </mc:Choice>
              <mc:Fallback xmlns="">
                <p:pic>
                  <p:nvPicPr>
                    <p:cNvPr id="111" name="Ink 110">
                      <a:extLst>
                        <a:ext uri="{FF2B5EF4-FFF2-40B4-BE49-F238E27FC236}">
                          <a16:creationId xmlns:a16="http://schemas.microsoft.com/office/drawing/2014/main" id="{7924BB94-53C7-BA06-A8C9-BE0E4145D73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1424677" y="4836819"/>
                      <a:ext cx="325080" cy="660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51" name="Ink 150">
                      <a:extLst>
                        <a:ext uri="{FF2B5EF4-FFF2-40B4-BE49-F238E27FC236}">
                          <a16:creationId xmlns:a16="http://schemas.microsoft.com/office/drawing/2014/main" id="{018C4647-D351-81A1-96B3-B072E7E64A5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68197" y="5082339"/>
                    <a:ext cx="245880" cy="46440"/>
                  </p14:xfrm>
                </p:contentPart>
              </mc:Choice>
              <mc:Fallback xmlns="">
                <p:pic>
                  <p:nvPicPr>
                    <p:cNvPr id="112" name="Ink 111">
                      <a:extLst>
                        <a:ext uri="{FF2B5EF4-FFF2-40B4-BE49-F238E27FC236}">
                          <a16:creationId xmlns:a16="http://schemas.microsoft.com/office/drawing/2014/main" id="{A2D8E5EB-83AC-4B62-5901-4AAAD8C77A3D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1862077" y="5076219"/>
                      <a:ext cx="258120" cy="58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52" name="Ink 151">
                      <a:extLst>
                        <a:ext uri="{FF2B5EF4-FFF2-40B4-BE49-F238E27FC236}">
                          <a16:creationId xmlns:a16="http://schemas.microsoft.com/office/drawing/2014/main" id="{8675EFB4-9685-0B45-D1E4-ED517879E1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844437" y="5217699"/>
                    <a:ext cx="279360" cy="22320"/>
                  </p14:xfrm>
                </p:contentPart>
              </mc:Choice>
              <mc:Fallback xmlns="">
                <p:pic>
                  <p:nvPicPr>
                    <p:cNvPr id="113" name="Ink 112">
                      <a:extLst>
                        <a:ext uri="{FF2B5EF4-FFF2-40B4-BE49-F238E27FC236}">
                          <a16:creationId xmlns:a16="http://schemas.microsoft.com/office/drawing/2014/main" id="{50846072-06BB-41F7-ECE6-36075FBEE9C4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1838317" y="5211579"/>
                      <a:ext cx="291600" cy="345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44761879-61FD-1F82-E9BB-59160AFFDF7B}"/>
                  </a:ext>
                </a:extLst>
              </p:cNvPr>
              <p:cNvGrpSpPr/>
              <p:nvPr/>
            </p:nvGrpSpPr>
            <p:grpSpPr>
              <a:xfrm>
                <a:off x="2440597" y="4739979"/>
                <a:ext cx="1535400" cy="653400"/>
                <a:chOff x="2440597" y="4739979"/>
                <a:chExt cx="1535400" cy="653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145" name="Ink 144">
                      <a:extLst>
                        <a:ext uri="{FF2B5EF4-FFF2-40B4-BE49-F238E27FC236}">
                          <a16:creationId xmlns:a16="http://schemas.microsoft.com/office/drawing/2014/main" id="{FF745A23-32C0-E551-C3FC-490A5516C2E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440597" y="4895499"/>
                    <a:ext cx="208080" cy="497880"/>
                  </p14:xfrm>
                </p:contentPart>
              </mc:Choice>
              <mc:Fallback xmlns="">
                <p:pic>
                  <p:nvPicPr>
                    <p:cNvPr id="117" name="Ink 116">
                      <a:extLst>
                        <a:ext uri="{FF2B5EF4-FFF2-40B4-BE49-F238E27FC236}">
                          <a16:creationId xmlns:a16="http://schemas.microsoft.com/office/drawing/2014/main" id="{DC28D3F2-17A2-81D6-4551-3EF114E722BB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2434477" y="4889379"/>
                      <a:ext cx="220320" cy="510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146" name="Ink 145">
                      <a:extLst>
                        <a:ext uri="{FF2B5EF4-FFF2-40B4-BE49-F238E27FC236}">
                          <a16:creationId xmlns:a16="http://schemas.microsoft.com/office/drawing/2014/main" id="{BE3E1EC3-4E5C-A4FE-C1AC-A339780397C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710597" y="4937259"/>
                    <a:ext cx="218160" cy="391320"/>
                  </p14:xfrm>
                </p:contentPart>
              </mc:Choice>
              <mc:Fallback xmlns="">
                <p:pic>
                  <p:nvPicPr>
                    <p:cNvPr id="118" name="Ink 117">
                      <a:extLst>
                        <a:ext uri="{FF2B5EF4-FFF2-40B4-BE49-F238E27FC236}">
                          <a16:creationId xmlns:a16="http://schemas.microsoft.com/office/drawing/2014/main" id="{059C80BC-194F-2216-0437-24FB3FDEE9E1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2704477" y="4931139"/>
                      <a:ext cx="230400" cy="403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47" name="Ink 146">
                      <a:extLst>
                        <a:ext uri="{FF2B5EF4-FFF2-40B4-BE49-F238E27FC236}">
                          <a16:creationId xmlns:a16="http://schemas.microsoft.com/office/drawing/2014/main" id="{7F65AEF5-390A-6DBC-331F-84A44DE44D7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972317" y="4739979"/>
                    <a:ext cx="161640" cy="143280"/>
                  </p14:xfrm>
                </p:contentPart>
              </mc:Choice>
              <mc:Fallback xmlns="">
                <p:pic>
                  <p:nvPicPr>
                    <p:cNvPr id="119" name="Ink 118">
                      <a:extLst>
                        <a:ext uri="{FF2B5EF4-FFF2-40B4-BE49-F238E27FC236}">
                          <a16:creationId xmlns:a16="http://schemas.microsoft.com/office/drawing/2014/main" id="{48FA680C-1606-D570-3246-D002C8F0145F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2966197" y="4733859"/>
                      <a:ext cx="173880" cy="155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148" name="Ink 147">
                      <a:extLst>
                        <a:ext uri="{FF2B5EF4-FFF2-40B4-BE49-F238E27FC236}">
                          <a16:creationId xmlns:a16="http://schemas.microsoft.com/office/drawing/2014/main" id="{FCAEE416-6434-1E09-5B20-9AB861BAA74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91637" y="5066499"/>
                    <a:ext cx="166320" cy="15480"/>
                  </p14:xfrm>
                </p:contentPart>
              </mc:Choice>
              <mc:Fallback xmlns="">
                <p:pic>
                  <p:nvPicPr>
                    <p:cNvPr id="120" name="Ink 119">
                      <a:extLst>
                        <a:ext uri="{FF2B5EF4-FFF2-40B4-BE49-F238E27FC236}">
                          <a16:creationId xmlns:a16="http://schemas.microsoft.com/office/drawing/2014/main" id="{34473B97-CD4F-9925-7D44-672C0006B782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3285517" y="5060379"/>
                      <a:ext cx="178560" cy="27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49" name="Ink 148">
                      <a:extLst>
                        <a:ext uri="{FF2B5EF4-FFF2-40B4-BE49-F238E27FC236}">
                          <a16:creationId xmlns:a16="http://schemas.microsoft.com/office/drawing/2014/main" id="{E40F2049-E41E-BD5A-3BCF-E77873D6C30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09517" y="4858059"/>
                    <a:ext cx="366480" cy="415440"/>
                  </p14:xfrm>
                </p:contentPart>
              </mc:Choice>
              <mc:Fallback xmlns="">
                <p:pic>
                  <p:nvPicPr>
                    <p:cNvPr id="122" name="Ink 121">
                      <a:extLst>
                        <a:ext uri="{FF2B5EF4-FFF2-40B4-BE49-F238E27FC236}">
                          <a16:creationId xmlns:a16="http://schemas.microsoft.com/office/drawing/2014/main" id="{99DC7D2B-507D-D4C1-2EAE-DB704E3F0115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3603397" y="4851939"/>
                      <a:ext cx="378720" cy="427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428309-24DF-939A-048C-619E5850316A}"/>
                </a:ext>
              </a:extLst>
            </p:cNvPr>
            <p:cNvGrpSpPr/>
            <p:nvPr/>
          </p:nvGrpSpPr>
          <p:grpSpPr>
            <a:xfrm>
              <a:off x="7056165" y="4269207"/>
              <a:ext cx="5009040" cy="2425854"/>
              <a:chOff x="7182960" y="4238045"/>
              <a:chExt cx="5009040" cy="242585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24D8E1D0-C1A3-B34B-54A9-A19EAD983569}"/>
                      </a:ext>
                    </a:extLst>
                  </p14:cNvPr>
                  <p14:cNvContentPartPr/>
                  <p14:nvPr/>
                </p14:nvContentPartPr>
                <p14:xfrm>
                  <a:off x="7182960" y="4387619"/>
                  <a:ext cx="360360" cy="41256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E88C3957-96D4-41FA-381B-92BC423AD61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7176840" y="4381499"/>
                    <a:ext cx="372600" cy="42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2AD3D06D-DF83-D3BD-1500-6699C6B308EF}"/>
                      </a:ext>
                    </a:extLst>
                  </p14:cNvPr>
                  <p14:cNvContentPartPr/>
                  <p14:nvPr/>
                </p14:nvContentPartPr>
                <p14:xfrm>
                  <a:off x="7788840" y="4443419"/>
                  <a:ext cx="360" cy="36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780A96ED-90B9-49FB-0B8D-7C4B6C20C687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82720" y="443729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50FC7D0E-8F31-EF4F-1F6A-7BC8DCDC1878}"/>
                      </a:ext>
                    </a:extLst>
                  </p14:cNvPr>
                  <p14:cNvContentPartPr/>
                  <p14:nvPr/>
                </p14:nvContentPartPr>
                <p14:xfrm>
                  <a:off x="7773000" y="4681739"/>
                  <a:ext cx="360" cy="36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40D1F833-BA93-027C-3EF8-2E7D4EA6FCF1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66880" y="467561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ADF9320-64F0-390D-9D50-FFAA3533031D}"/>
                  </a:ext>
                </a:extLst>
              </p:cNvPr>
              <p:cNvGrpSpPr/>
              <p:nvPr/>
            </p:nvGrpSpPr>
            <p:grpSpPr>
              <a:xfrm>
                <a:off x="8022434" y="4238045"/>
                <a:ext cx="603000" cy="547560"/>
                <a:chOff x="7983517" y="3927099"/>
                <a:chExt cx="603000" cy="5475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5">
                  <p14:nvContentPartPr>
                    <p14:cNvPr id="140" name="Ink 139">
                      <a:extLst>
                        <a:ext uri="{FF2B5EF4-FFF2-40B4-BE49-F238E27FC236}">
                          <a16:creationId xmlns:a16="http://schemas.microsoft.com/office/drawing/2014/main" id="{C2B61533-29D8-CC77-5056-2D5ED10DAB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983517" y="4109979"/>
                    <a:ext cx="168840" cy="364680"/>
                  </p14:xfrm>
                </p:contentPart>
              </mc:Choice>
              <mc:Fallback xmlns="">
                <p:pic>
                  <p:nvPicPr>
                    <p:cNvPr id="130" name="Ink 129">
                      <a:extLst>
                        <a:ext uri="{FF2B5EF4-FFF2-40B4-BE49-F238E27FC236}">
                          <a16:creationId xmlns:a16="http://schemas.microsoft.com/office/drawing/2014/main" id="{57FA3FD7-854C-BCDF-9119-D27F0EA310C2}"/>
                        </a:ext>
                      </a:extLst>
                    </p:cNvPr>
                    <p:cNvPicPr/>
                    <p:nvPr/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7977397" y="4103859"/>
                      <a:ext cx="181080" cy="376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7">
                  <p14:nvContentPartPr>
                    <p14:cNvPr id="141" name="Ink 140">
                      <a:extLst>
                        <a:ext uri="{FF2B5EF4-FFF2-40B4-BE49-F238E27FC236}">
                          <a16:creationId xmlns:a16="http://schemas.microsoft.com/office/drawing/2014/main" id="{631E3BFA-0912-AD54-7116-F89FA917272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60357" y="4068579"/>
                    <a:ext cx="192600" cy="361440"/>
                  </p14:xfrm>
                </p:contentPart>
              </mc:Choice>
              <mc:Fallback xmlns="">
                <p:pic>
                  <p:nvPicPr>
                    <p:cNvPr id="131" name="Ink 130">
                      <a:extLst>
                        <a:ext uri="{FF2B5EF4-FFF2-40B4-BE49-F238E27FC236}">
                          <a16:creationId xmlns:a16="http://schemas.microsoft.com/office/drawing/2014/main" id="{90978F30-0F91-451E-451E-76AB701B1817}"/>
                        </a:ext>
                      </a:extLst>
                    </p:cNvPr>
                    <p:cNvPicPr/>
                    <p:nvPr/>
                  </p:nvPicPr>
                  <p:blipFill>
                    <a:blip r:embed="rId38"/>
                    <a:stretch>
                      <a:fillRect/>
                    </a:stretch>
                  </p:blipFill>
                  <p:spPr>
                    <a:xfrm>
                      <a:off x="8254237" y="4062459"/>
                      <a:ext cx="204840" cy="373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9">
                  <p14:nvContentPartPr>
                    <p14:cNvPr id="142" name="Ink 141">
                      <a:extLst>
                        <a:ext uri="{FF2B5EF4-FFF2-40B4-BE49-F238E27FC236}">
                          <a16:creationId xmlns:a16="http://schemas.microsoft.com/office/drawing/2014/main" id="{159F6D45-0330-E1DB-15CF-AE31B5D980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481757" y="3927099"/>
                    <a:ext cx="104760" cy="89280"/>
                  </p14:xfrm>
                </p:contentPart>
              </mc:Choice>
              <mc:Fallback xmlns="">
                <p:pic>
                  <p:nvPicPr>
                    <p:cNvPr id="132" name="Ink 131">
                      <a:extLst>
                        <a:ext uri="{FF2B5EF4-FFF2-40B4-BE49-F238E27FC236}">
                          <a16:creationId xmlns:a16="http://schemas.microsoft.com/office/drawing/2014/main" id="{236F633B-A707-1AC7-8E12-1CB1A12FCE9D}"/>
                        </a:ext>
                      </a:extLst>
                    </p:cNvPr>
                    <p:cNvPicPr/>
                    <p:nvPr/>
                  </p:nvPicPr>
                  <p:blipFill>
                    <a:blip r:embed="rId40"/>
                    <a:stretch>
                      <a:fillRect/>
                    </a:stretch>
                  </p:blipFill>
                  <p:spPr>
                    <a:xfrm>
                      <a:off x="8475637" y="3920979"/>
                      <a:ext cx="117000" cy="1015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3C0E554-F5B7-AB5C-BCBD-A2ECF699CC4E}"/>
                  </a:ext>
                </a:extLst>
              </p:cNvPr>
              <p:cNvGrpSpPr/>
              <p:nvPr/>
            </p:nvGrpSpPr>
            <p:grpSpPr>
              <a:xfrm>
                <a:off x="9045600" y="4522619"/>
                <a:ext cx="318960" cy="237600"/>
                <a:chOff x="8897557" y="4245699"/>
                <a:chExt cx="318960" cy="2376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1">
                  <p14:nvContentPartPr>
                    <p14:cNvPr id="138" name="Ink 137">
                      <a:extLst>
                        <a:ext uri="{FF2B5EF4-FFF2-40B4-BE49-F238E27FC236}">
                          <a16:creationId xmlns:a16="http://schemas.microsoft.com/office/drawing/2014/main" id="{123277B7-41CE-6EE8-AC98-C7B54CE3226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97557" y="4277739"/>
                    <a:ext cx="254520" cy="32400"/>
                  </p14:xfrm>
                </p:contentPart>
              </mc:Choice>
              <mc:Fallback xmlns="">
                <p:pic>
                  <p:nvPicPr>
                    <p:cNvPr id="133" name="Ink 132">
                      <a:extLst>
                        <a:ext uri="{FF2B5EF4-FFF2-40B4-BE49-F238E27FC236}">
                          <a16:creationId xmlns:a16="http://schemas.microsoft.com/office/drawing/2014/main" id="{AA4E616E-43FD-D1DB-411A-DB4E731963F2}"/>
                        </a:ext>
                      </a:extLst>
                    </p:cNvPr>
                    <p:cNvPicPr/>
                    <p:nvPr/>
                  </p:nvPicPr>
                  <p:blipFill>
                    <a:blip r:embed="rId42"/>
                    <a:stretch>
                      <a:fillRect/>
                    </a:stretch>
                  </p:blipFill>
                  <p:spPr>
                    <a:xfrm>
                      <a:off x="8891437" y="4271619"/>
                      <a:ext cx="266760" cy="446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3">
                  <p14:nvContentPartPr>
                    <p14:cNvPr id="139" name="Ink 138">
                      <a:extLst>
                        <a:ext uri="{FF2B5EF4-FFF2-40B4-BE49-F238E27FC236}">
                          <a16:creationId xmlns:a16="http://schemas.microsoft.com/office/drawing/2014/main" id="{2C254BF0-8D5C-E508-D9AF-6D6B35E14D7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19317" y="4245699"/>
                    <a:ext cx="97200" cy="237600"/>
                  </p14:xfrm>
                </p:contentPart>
              </mc:Choice>
              <mc:Fallback xmlns="">
                <p:pic>
                  <p:nvPicPr>
                    <p:cNvPr id="134" name="Ink 133">
                      <a:extLst>
                        <a:ext uri="{FF2B5EF4-FFF2-40B4-BE49-F238E27FC236}">
                          <a16:creationId xmlns:a16="http://schemas.microsoft.com/office/drawing/2014/main" id="{E9EF8ABF-21AD-2FAB-548B-365D5E594E29}"/>
                        </a:ext>
                      </a:extLst>
                    </p:cNvPr>
                    <p:cNvPicPr/>
                    <p:nvPr/>
                  </p:nvPicPr>
                  <p:blipFill>
                    <a:blip r:embed="rId44"/>
                    <a:stretch>
                      <a:fillRect/>
                    </a:stretch>
                  </p:blipFill>
                  <p:spPr>
                    <a:xfrm>
                      <a:off x="9113197" y="4239579"/>
                      <a:ext cx="109440" cy="2498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EA62394-CDBC-5144-BB14-6FF5B59953E5}"/>
                  </a:ext>
                </a:extLst>
              </p:cNvPr>
              <p:cNvGrpSpPr/>
              <p:nvPr/>
            </p:nvGrpSpPr>
            <p:grpSpPr>
              <a:xfrm>
                <a:off x="9720240" y="4331099"/>
                <a:ext cx="2201040" cy="987120"/>
                <a:chOff x="9572197" y="4054179"/>
                <a:chExt cx="2201040" cy="9871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5">
                  <p14:nvContentPartPr>
                    <p14:cNvPr id="60" name="Ink 59">
                      <a:extLst>
                        <a:ext uri="{FF2B5EF4-FFF2-40B4-BE49-F238E27FC236}">
                          <a16:creationId xmlns:a16="http://schemas.microsoft.com/office/drawing/2014/main" id="{51D183F4-7FCC-7A70-66BE-FC95A9AE69F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81197" y="4118979"/>
                    <a:ext cx="255600" cy="323640"/>
                  </p14:xfrm>
                </p:contentPart>
              </mc:Choice>
              <mc:Fallback xmlns="">
                <p:pic>
                  <p:nvPicPr>
                    <p:cNvPr id="137" name="Ink 136">
                      <a:extLst>
                        <a:ext uri="{FF2B5EF4-FFF2-40B4-BE49-F238E27FC236}">
                          <a16:creationId xmlns:a16="http://schemas.microsoft.com/office/drawing/2014/main" id="{73A1C090-FD86-4100-2237-87B9CC0C1CC7}"/>
                        </a:ext>
                      </a:extLst>
                    </p:cNvPr>
                    <p:cNvPicPr/>
                    <p:nvPr/>
                  </p:nvPicPr>
                  <p:blipFill>
                    <a:blip r:embed="rId46"/>
                    <a:stretch>
                      <a:fillRect/>
                    </a:stretch>
                  </p:blipFill>
                  <p:spPr>
                    <a:xfrm>
                      <a:off x="9575077" y="4112859"/>
                      <a:ext cx="267840" cy="335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7">
                  <p14:nvContentPartPr>
                    <p14:cNvPr id="61" name="Ink 60">
                      <a:extLst>
                        <a:ext uri="{FF2B5EF4-FFF2-40B4-BE49-F238E27FC236}">
                          <a16:creationId xmlns:a16="http://schemas.microsoft.com/office/drawing/2014/main" id="{5F8BF0AD-9609-0EB1-82C3-E54838E1F8D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85757" y="4117179"/>
                    <a:ext cx="165240" cy="208440"/>
                  </p14:xfrm>
                </p:contentPart>
              </mc:Choice>
              <mc:Fallback xmlns="">
                <p:pic>
                  <p:nvPicPr>
                    <p:cNvPr id="138" name="Ink 137">
                      <a:extLst>
                        <a:ext uri="{FF2B5EF4-FFF2-40B4-BE49-F238E27FC236}">
                          <a16:creationId xmlns:a16="http://schemas.microsoft.com/office/drawing/2014/main" id="{3CACA6F2-44BB-84F6-9912-322DDEEF91D7}"/>
                        </a:ext>
                      </a:extLst>
                    </p:cNvPr>
                    <p:cNvPicPr/>
                    <p:nvPr/>
                  </p:nvPicPr>
                  <p:blipFill>
                    <a:blip r:embed="rId48"/>
                    <a:stretch>
                      <a:fillRect/>
                    </a:stretch>
                  </p:blipFill>
                  <p:spPr>
                    <a:xfrm>
                      <a:off x="9879637" y="4111059"/>
                      <a:ext cx="177480" cy="220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9">
                  <p14:nvContentPartPr>
                    <p14:cNvPr id="62" name="Ink 61">
                      <a:extLst>
                        <a:ext uri="{FF2B5EF4-FFF2-40B4-BE49-F238E27FC236}">
                          <a16:creationId xmlns:a16="http://schemas.microsoft.com/office/drawing/2014/main" id="{06F3CB4A-3116-710B-F12F-8E1EBADF358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36317" y="4054179"/>
                    <a:ext cx="201600" cy="272160"/>
                  </p14:xfrm>
                </p:contentPart>
              </mc:Choice>
              <mc:Fallback xmlns="">
                <p:pic>
                  <p:nvPicPr>
                    <p:cNvPr id="139" name="Ink 138">
                      <a:extLst>
                        <a:ext uri="{FF2B5EF4-FFF2-40B4-BE49-F238E27FC236}">
                          <a16:creationId xmlns:a16="http://schemas.microsoft.com/office/drawing/2014/main" id="{9BFD5945-A244-54AE-F711-F8894C7196D2}"/>
                        </a:ext>
                      </a:extLst>
                    </p:cNvPr>
                    <p:cNvPicPr/>
                    <p:nvPr/>
                  </p:nvPicPr>
                  <p:blipFill>
                    <a:blip r:embed="rId50"/>
                    <a:stretch>
                      <a:fillRect/>
                    </a:stretch>
                  </p:blipFill>
                  <p:spPr>
                    <a:xfrm>
                      <a:off x="10130197" y="4048059"/>
                      <a:ext cx="213840" cy="284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1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DA72E78D-DEDF-8E85-9DA6-D766D13108A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68517" y="4149939"/>
                    <a:ext cx="326160" cy="153360"/>
                  </p14:xfrm>
                </p:contentPart>
              </mc:Choice>
              <mc:Fallback xmlns="">
                <p:pic>
                  <p:nvPicPr>
                    <p:cNvPr id="140" name="Ink 139">
                      <a:extLst>
                        <a:ext uri="{FF2B5EF4-FFF2-40B4-BE49-F238E27FC236}">
                          <a16:creationId xmlns:a16="http://schemas.microsoft.com/office/drawing/2014/main" id="{4D3E7E86-1577-3AA1-6BE3-DF29B10EAB72}"/>
                        </a:ext>
                      </a:extLst>
                    </p:cNvPr>
                    <p:cNvPicPr/>
                    <p:nvPr/>
                  </p:nvPicPr>
                  <p:blipFill>
                    <a:blip r:embed="rId52"/>
                    <a:stretch>
                      <a:fillRect/>
                    </a:stretch>
                  </p:blipFill>
                  <p:spPr>
                    <a:xfrm>
                      <a:off x="10362397" y="4143819"/>
                      <a:ext cx="338400" cy="165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3">
                  <p14:nvContentPartPr>
                    <p14:cNvPr id="64" name="Ink 63">
                      <a:extLst>
                        <a:ext uri="{FF2B5EF4-FFF2-40B4-BE49-F238E27FC236}">
                          <a16:creationId xmlns:a16="http://schemas.microsoft.com/office/drawing/2014/main" id="{1E5409AC-13C8-1C1C-1B46-91DFFCB6275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72197" y="4571139"/>
                    <a:ext cx="255960" cy="438840"/>
                  </p14:xfrm>
                </p:contentPart>
              </mc:Choice>
              <mc:Fallback xmlns="">
                <p:pic>
                  <p:nvPicPr>
                    <p:cNvPr id="142" name="Ink 141">
                      <a:extLst>
                        <a:ext uri="{FF2B5EF4-FFF2-40B4-BE49-F238E27FC236}">
                          <a16:creationId xmlns:a16="http://schemas.microsoft.com/office/drawing/2014/main" id="{BB087C5A-134D-CF6D-8C65-AC29B7C297E8}"/>
                        </a:ext>
                      </a:extLst>
                    </p:cNvPr>
                    <p:cNvPicPr/>
                    <p:nvPr/>
                  </p:nvPicPr>
                  <p:blipFill>
                    <a:blip r:embed="rId54"/>
                    <a:stretch>
                      <a:fillRect/>
                    </a:stretch>
                  </p:blipFill>
                  <p:spPr>
                    <a:xfrm>
                      <a:off x="9566077" y="4565019"/>
                      <a:ext cx="268200" cy="4510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5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C46BBE7A-56DA-0A71-73E1-C368D3244B6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13117" y="4770219"/>
                    <a:ext cx="146520" cy="161280"/>
                  </p14:xfrm>
                </p:contentPart>
              </mc:Choice>
              <mc:Fallback xmlns="">
                <p:pic>
                  <p:nvPicPr>
                    <p:cNvPr id="143" name="Ink 142">
                      <a:extLst>
                        <a:ext uri="{FF2B5EF4-FFF2-40B4-BE49-F238E27FC236}">
                          <a16:creationId xmlns:a16="http://schemas.microsoft.com/office/drawing/2014/main" id="{9228DFB4-1CFD-8FF7-CF15-96BCFF2C4217}"/>
                        </a:ext>
                      </a:extLst>
                    </p:cNvPr>
                    <p:cNvPicPr/>
                    <p:nvPr/>
                  </p:nvPicPr>
                  <p:blipFill>
                    <a:blip r:embed="rId56"/>
                    <a:stretch>
                      <a:fillRect/>
                    </a:stretch>
                  </p:blipFill>
                  <p:spPr>
                    <a:xfrm>
                      <a:off x="9906997" y="4764099"/>
                      <a:ext cx="158760" cy="173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7">
                  <p14:nvContentPartPr>
                    <p14:cNvPr id="66" name="Ink 65">
                      <a:extLst>
                        <a:ext uri="{FF2B5EF4-FFF2-40B4-BE49-F238E27FC236}">
                          <a16:creationId xmlns:a16="http://schemas.microsoft.com/office/drawing/2014/main" id="{7ACE6377-E0C3-10C4-4B4F-91289FD7F1E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43877" y="4724139"/>
                    <a:ext cx="187200" cy="183600"/>
                  </p14:xfrm>
                </p:contentPart>
              </mc:Choice>
              <mc:Fallback xmlns="">
                <p:pic>
                  <p:nvPicPr>
                    <p:cNvPr id="144" name="Ink 143">
                      <a:extLst>
                        <a:ext uri="{FF2B5EF4-FFF2-40B4-BE49-F238E27FC236}">
                          <a16:creationId xmlns:a16="http://schemas.microsoft.com/office/drawing/2014/main" id="{542F639B-421F-E1D3-619C-B54983342B4E}"/>
                        </a:ext>
                      </a:extLst>
                    </p:cNvPr>
                    <p:cNvPicPr/>
                    <p:nvPr/>
                  </p:nvPicPr>
                  <p:blipFill>
                    <a:blip r:embed="rId58"/>
                    <a:stretch>
                      <a:fillRect/>
                    </a:stretch>
                  </p:blipFill>
                  <p:spPr>
                    <a:xfrm>
                      <a:off x="10137757" y="4718019"/>
                      <a:ext cx="199440" cy="19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9">
                  <p14:nvContentPartPr>
                    <p14:cNvPr id="67" name="Ink 66">
                      <a:extLst>
                        <a:ext uri="{FF2B5EF4-FFF2-40B4-BE49-F238E27FC236}">
                          <a16:creationId xmlns:a16="http://schemas.microsoft.com/office/drawing/2014/main" id="{1552124B-9697-02AC-0E88-C91095914BE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328557" y="4738539"/>
                    <a:ext cx="302760" cy="248040"/>
                  </p14:xfrm>
                </p:contentPart>
              </mc:Choice>
              <mc:Fallback xmlns="">
                <p:pic>
                  <p:nvPicPr>
                    <p:cNvPr id="145" name="Ink 144">
                      <a:extLst>
                        <a:ext uri="{FF2B5EF4-FFF2-40B4-BE49-F238E27FC236}">
                          <a16:creationId xmlns:a16="http://schemas.microsoft.com/office/drawing/2014/main" id="{8C6D10DD-8F3A-8D9D-A837-B27F78D86698}"/>
                        </a:ext>
                      </a:extLst>
                    </p:cNvPr>
                    <p:cNvPicPr/>
                    <p:nvPr/>
                  </p:nvPicPr>
                  <p:blipFill>
                    <a:blip r:embed="rId60"/>
                    <a:stretch>
                      <a:fillRect/>
                    </a:stretch>
                  </p:blipFill>
                  <p:spPr>
                    <a:xfrm>
                      <a:off x="10322437" y="4732419"/>
                      <a:ext cx="315000" cy="2602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1">
                  <p14:nvContentPartPr>
                    <p14:cNvPr id="68" name="Ink 67">
                      <a:extLst>
                        <a:ext uri="{FF2B5EF4-FFF2-40B4-BE49-F238E27FC236}">
                          <a16:creationId xmlns:a16="http://schemas.microsoft.com/office/drawing/2014/main" id="{4003E62A-3AC4-E486-F60E-AC0D944AA14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812757" y="4729539"/>
                    <a:ext cx="414720" cy="311760"/>
                  </p14:xfrm>
                </p:contentPart>
              </mc:Choice>
              <mc:Fallback xmlns="">
                <p:pic>
                  <p:nvPicPr>
                    <p:cNvPr id="147" name="Ink 146">
                      <a:extLst>
                        <a:ext uri="{FF2B5EF4-FFF2-40B4-BE49-F238E27FC236}">
                          <a16:creationId xmlns:a16="http://schemas.microsoft.com/office/drawing/2014/main" id="{8BBA3F75-67F8-BF9F-B757-97CE70CD60D7}"/>
                        </a:ext>
                      </a:extLst>
                    </p:cNvPr>
                    <p:cNvPicPr/>
                    <p:nvPr/>
                  </p:nvPicPr>
                  <p:blipFill>
                    <a:blip r:embed="rId62"/>
                    <a:stretch>
                      <a:fillRect/>
                    </a:stretch>
                  </p:blipFill>
                  <p:spPr>
                    <a:xfrm>
                      <a:off x="10806637" y="4723419"/>
                      <a:ext cx="426960" cy="324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3">
                  <p14:nvContentPartPr>
                    <p14:cNvPr id="69" name="Ink 68">
                      <a:extLst>
                        <a:ext uri="{FF2B5EF4-FFF2-40B4-BE49-F238E27FC236}">
                          <a16:creationId xmlns:a16="http://schemas.microsoft.com/office/drawing/2014/main" id="{4BD3DC97-BC34-06AE-7AE4-BA9C4E24E78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242957" y="4706859"/>
                    <a:ext cx="360" cy="174600"/>
                  </p14:xfrm>
                </p:contentPart>
              </mc:Choice>
              <mc:Fallback xmlns="">
                <p:pic>
                  <p:nvPicPr>
                    <p:cNvPr id="148" name="Ink 147">
                      <a:extLst>
                        <a:ext uri="{FF2B5EF4-FFF2-40B4-BE49-F238E27FC236}">
                          <a16:creationId xmlns:a16="http://schemas.microsoft.com/office/drawing/2014/main" id="{8B4FC412-0B2C-CD3F-009C-344827DF5755}"/>
                        </a:ext>
                      </a:extLst>
                    </p:cNvPr>
                    <p:cNvPicPr/>
                    <p:nvPr/>
                  </p:nvPicPr>
                  <p:blipFill>
                    <a:blip r:embed="rId64"/>
                    <a:stretch>
                      <a:fillRect/>
                    </a:stretch>
                  </p:blipFill>
                  <p:spPr>
                    <a:xfrm>
                      <a:off x="11236837" y="4700739"/>
                      <a:ext cx="12600" cy="186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5">
                  <p14:nvContentPartPr>
                    <p14:cNvPr id="70" name="Ink 69">
                      <a:extLst>
                        <a:ext uri="{FF2B5EF4-FFF2-40B4-BE49-F238E27FC236}">
                          <a16:creationId xmlns:a16="http://schemas.microsoft.com/office/drawing/2014/main" id="{59219912-FFF4-A5F6-CAE3-619FC24DCBA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195437" y="4516059"/>
                    <a:ext cx="360" cy="360"/>
                  </p14:xfrm>
                </p:contentPart>
              </mc:Choice>
              <mc:Fallback xmlns="">
                <p:pic>
                  <p:nvPicPr>
                    <p:cNvPr id="149" name="Ink 148">
                      <a:extLst>
                        <a:ext uri="{FF2B5EF4-FFF2-40B4-BE49-F238E27FC236}">
                          <a16:creationId xmlns:a16="http://schemas.microsoft.com/office/drawing/2014/main" id="{2CFE3DED-C761-6CE5-50D9-EA22EAFACE46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11189317" y="4509939"/>
                      <a:ext cx="12600" cy="12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6">
                  <p14:nvContentPartPr>
                    <p14:cNvPr id="71" name="Ink 70">
                      <a:extLst>
                        <a:ext uri="{FF2B5EF4-FFF2-40B4-BE49-F238E27FC236}">
                          <a16:creationId xmlns:a16="http://schemas.microsoft.com/office/drawing/2014/main" id="{B6C7F291-399F-EEFB-CBCB-FA47888B486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86237" y="4301499"/>
                    <a:ext cx="41760" cy="541440"/>
                  </p14:xfrm>
                </p:contentPart>
              </mc:Choice>
              <mc:Fallback xmlns="">
                <p:pic>
                  <p:nvPicPr>
                    <p:cNvPr id="150" name="Ink 149">
                      <a:extLst>
                        <a:ext uri="{FF2B5EF4-FFF2-40B4-BE49-F238E27FC236}">
                          <a16:creationId xmlns:a16="http://schemas.microsoft.com/office/drawing/2014/main" id="{24A98831-B589-1573-7979-DC6CA41EEE2D}"/>
                        </a:ext>
                      </a:extLst>
                    </p:cNvPr>
                    <p:cNvPicPr/>
                    <p:nvPr/>
                  </p:nvPicPr>
                  <p:blipFill>
                    <a:blip r:embed="rId67"/>
                    <a:stretch>
                      <a:fillRect/>
                    </a:stretch>
                  </p:blipFill>
                  <p:spPr>
                    <a:xfrm>
                      <a:off x="11380117" y="4295379"/>
                      <a:ext cx="54000" cy="5536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8">
                  <p14:nvContentPartPr>
                    <p14:cNvPr id="137" name="Ink 136">
                      <a:extLst>
                        <a:ext uri="{FF2B5EF4-FFF2-40B4-BE49-F238E27FC236}">
                          <a16:creationId xmlns:a16="http://schemas.microsoft.com/office/drawing/2014/main" id="{C13930A5-5FF4-B6BD-97A4-2677A16428D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480197" y="4254339"/>
                    <a:ext cx="293040" cy="556560"/>
                  </p14:xfrm>
                </p:contentPart>
              </mc:Choice>
              <mc:Fallback xmlns="">
                <p:pic>
                  <p:nvPicPr>
                    <p:cNvPr id="151" name="Ink 150">
                      <a:extLst>
                        <a:ext uri="{FF2B5EF4-FFF2-40B4-BE49-F238E27FC236}">
                          <a16:creationId xmlns:a16="http://schemas.microsoft.com/office/drawing/2014/main" id="{DC752A45-3F99-4168-9A12-E4E430E7A798}"/>
                        </a:ext>
                      </a:extLst>
                    </p:cNvPr>
                    <p:cNvPicPr/>
                    <p:nvPr/>
                  </p:nvPicPr>
                  <p:blipFill>
                    <a:blip r:embed="rId69"/>
                    <a:stretch>
                      <a:fillRect/>
                    </a:stretch>
                  </p:blipFill>
                  <p:spPr>
                    <a:xfrm>
                      <a:off x="11474077" y="4248219"/>
                      <a:ext cx="305280" cy="56880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70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0770CB2A-6969-B084-5481-68CA2CE8DBB2}"/>
                      </a:ext>
                    </a:extLst>
                  </p14:cNvPr>
                  <p14:cNvContentPartPr/>
                  <p14:nvPr/>
                </p14:nvContentPartPr>
                <p14:xfrm>
                  <a:off x="7208160" y="5858579"/>
                  <a:ext cx="294840" cy="343080"/>
                </p14:xfrm>
              </p:contentPart>
            </mc:Choice>
            <mc:Fallback xmlns="">
              <p:pic>
                <p:nvPicPr>
                  <p:cNvPr id="153" name="Ink 152">
                    <a:extLst>
                      <a:ext uri="{FF2B5EF4-FFF2-40B4-BE49-F238E27FC236}">
                        <a16:creationId xmlns:a16="http://schemas.microsoft.com/office/drawing/2014/main" id="{5A2057A8-1437-A58B-7144-D59CE0795A7D}"/>
                      </a:ext>
                    </a:extLst>
                  </p:cNvPr>
                  <p:cNvPicPr/>
                  <p:nvPr/>
                </p:nvPicPr>
                <p:blipFill>
                  <a:blip r:embed="rId71"/>
                  <a:stretch>
                    <a:fillRect/>
                  </a:stretch>
                </p:blipFill>
                <p:spPr>
                  <a:xfrm>
                    <a:off x="7202040" y="5852459"/>
                    <a:ext cx="307080" cy="355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2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6DA08C1F-D0E3-A7B4-9DE1-E8C5DD2CF041}"/>
                      </a:ext>
                    </a:extLst>
                  </p14:cNvPr>
                  <p14:cNvContentPartPr/>
                  <p14:nvPr/>
                </p14:nvContentPartPr>
                <p14:xfrm>
                  <a:off x="7709640" y="5898179"/>
                  <a:ext cx="360" cy="360"/>
                </p14:xfrm>
              </p:contentPart>
            </mc:Choice>
            <mc:Fallback xmlns="">
              <p:pic>
                <p:nvPicPr>
                  <p:cNvPr id="154" name="Ink 153">
                    <a:extLst>
                      <a:ext uri="{FF2B5EF4-FFF2-40B4-BE49-F238E27FC236}">
                        <a16:creationId xmlns:a16="http://schemas.microsoft.com/office/drawing/2014/main" id="{ED73BA2E-BDBF-6994-EBB7-B34BBDCF4041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03520" y="589205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180728D0-B8DB-3592-E113-68B990371730}"/>
                      </a:ext>
                    </a:extLst>
                  </p14:cNvPr>
                  <p14:cNvContentPartPr/>
                  <p14:nvPr/>
                </p14:nvContentPartPr>
                <p14:xfrm>
                  <a:off x="7733400" y="6113099"/>
                  <a:ext cx="360" cy="360"/>
                </p14:xfrm>
              </p:contentPart>
            </mc:Choice>
            <mc:Fallback xmlns="">
              <p:pic>
                <p:nvPicPr>
                  <p:cNvPr id="155" name="Ink 154">
                    <a:extLst>
                      <a:ext uri="{FF2B5EF4-FFF2-40B4-BE49-F238E27FC236}">
                        <a16:creationId xmlns:a16="http://schemas.microsoft.com/office/drawing/2014/main" id="{08C1610C-11D8-1DD8-8D95-DB4DD713F0FD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7727280" y="6106979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CD9894C-0AEE-689C-9867-96C4A24A8349}"/>
                  </a:ext>
                </a:extLst>
              </p:cNvPr>
              <p:cNvGrpSpPr/>
              <p:nvPr/>
            </p:nvGrpSpPr>
            <p:grpSpPr>
              <a:xfrm>
                <a:off x="7987920" y="5734019"/>
                <a:ext cx="534600" cy="370800"/>
                <a:chOff x="7839877" y="5457099"/>
                <a:chExt cx="534600" cy="370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74">
                  <p14:nvContentPartPr>
                    <p14:cNvPr id="56" name="Ink 55">
                      <a:extLst>
                        <a:ext uri="{FF2B5EF4-FFF2-40B4-BE49-F238E27FC236}">
                          <a16:creationId xmlns:a16="http://schemas.microsoft.com/office/drawing/2014/main" id="{CA77FBBE-5DC0-ED90-645E-DE7A8C9E9D2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839877" y="5573739"/>
                    <a:ext cx="280800" cy="112680"/>
                  </p14:xfrm>
                </p:contentPart>
              </mc:Choice>
              <mc:Fallback xmlns="">
                <p:pic>
                  <p:nvPicPr>
                    <p:cNvPr id="156" name="Ink 155">
                      <a:extLst>
                        <a:ext uri="{FF2B5EF4-FFF2-40B4-BE49-F238E27FC236}">
                          <a16:creationId xmlns:a16="http://schemas.microsoft.com/office/drawing/2014/main" id="{01BEA8F0-6959-E223-17FF-C3517F4F85B0}"/>
                        </a:ext>
                      </a:extLst>
                    </p:cNvPr>
                    <p:cNvPicPr/>
                    <p:nvPr/>
                  </p:nvPicPr>
                  <p:blipFill>
                    <a:blip r:embed="rId75"/>
                    <a:stretch>
                      <a:fillRect/>
                    </a:stretch>
                  </p:blipFill>
                  <p:spPr>
                    <a:xfrm>
                      <a:off x="7833757" y="5567619"/>
                      <a:ext cx="293040" cy="124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6">
                  <p14:nvContentPartPr>
                    <p14:cNvPr id="57" name="Ink 56">
                      <a:extLst>
                        <a:ext uri="{FF2B5EF4-FFF2-40B4-BE49-F238E27FC236}">
                          <a16:creationId xmlns:a16="http://schemas.microsoft.com/office/drawing/2014/main" id="{D8FF1DD5-276E-4BA0-9906-C1DF7B8E0DC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054437" y="5565819"/>
                    <a:ext cx="360" cy="262080"/>
                  </p14:xfrm>
                </p:contentPart>
              </mc:Choice>
              <mc:Fallback xmlns="">
                <p:pic>
                  <p:nvPicPr>
                    <p:cNvPr id="157" name="Ink 156">
                      <a:extLst>
                        <a:ext uri="{FF2B5EF4-FFF2-40B4-BE49-F238E27FC236}">
                          <a16:creationId xmlns:a16="http://schemas.microsoft.com/office/drawing/2014/main" id="{637FABB1-71D9-6436-9C74-DE190A76B366}"/>
                        </a:ext>
                      </a:extLst>
                    </p:cNvPr>
                    <p:cNvPicPr/>
                    <p:nvPr/>
                  </p:nvPicPr>
                  <p:blipFill>
                    <a:blip r:embed="rId77"/>
                    <a:stretch>
                      <a:fillRect/>
                    </a:stretch>
                  </p:blipFill>
                  <p:spPr>
                    <a:xfrm>
                      <a:off x="8048317" y="5559699"/>
                      <a:ext cx="12600" cy="274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8">
                  <p14:nvContentPartPr>
                    <p14:cNvPr id="58" name="Ink 57">
                      <a:extLst>
                        <a:ext uri="{FF2B5EF4-FFF2-40B4-BE49-F238E27FC236}">
                          <a16:creationId xmlns:a16="http://schemas.microsoft.com/office/drawing/2014/main" id="{25DB219E-AE1C-6BAE-AD71-B224406778B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37677" y="5486259"/>
                    <a:ext cx="128160" cy="263880"/>
                  </p14:xfrm>
                </p:contentPart>
              </mc:Choice>
              <mc:Fallback xmlns="">
                <p:pic>
                  <p:nvPicPr>
                    <p:cNvPr id="158" name="Ink 157">
                      <a:extLst>
                        <a:ext uri="{FF2B5EF4-FFF2-40B4-BE49-F238E27FC236}">
                          <a16:creationId xmlns:a16="http://schemas.microsoft.com/office/drawing/2014/main" id="{8D3E9A65-49D6-9C07-1580-FE97D5E5C90A}"/>
                        </a:ext>
                      </a:extLst>
                    </p:cNvPr>
                    <p:cNvPicPr/>
                    <p:nvPr/>
                  </p:nvPicPr>
                  <p:blipFill>
                    <a:blip r:embed="rId79"/>
                    <a:stretch>
                      <a:fillRect/>
                    </a:stretch>
                  </p:blipFill>
                  <p:spPr>
                    <a:xfrm>
                      <a:off x="8231557" y="5480139"/>
                      <a:ext cx="140400" cy="276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0">
                  <p14:nvContentPartPr>
                    <p14:cNvPr id="59" name="Ink 58">
                      <a:extLst>
                        <a:ext uri="{FF2B5EF4-FFF2-40B4-BE49-F238E27FC236}">
                          <a16:creationId xmlns:a16="http://schemas.microsoft.com/office/drawing/2014/main" id="{CD98F5E2-2F8D-17BC-F548-07DA7AFE7FE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245237" y="5457099"/>
                    <a:ext cx="129240" cy="37440"/>
                  </p14:xfrm>
                </p:contentPart>
              </mc:Choice>
              <mc:Fallback xmlns="">
                <p:pic>
                  <p:nvPicPr>
                    <p:cNvPr id="159" name="Ink 158">
                      <a:extLst>
                        <a:ext uri="{FF2B5EF4-FFF2-40B4-BE49-F238E27FC236}">
                          <a16:creationId xmlns:a16="http://schemas.microsoft.com/office/drawing/2014/main" id="{666FA042-6AE4-9539-84D5-A1461EDC27CF}"/>
                        </a:ext>
                      </a:extLst>
                    </p:cNvPr>
                    <p:cNvPicPr/>
                    <p:nvPr/>
                  </p:nvPicPr>
                  <p:blipFill>
                    <a:blip r:embed="rId81"/>
                    <a:stretch>
                      <a:fillRect/>
                    </a:stretch>
                  </p:blipFill>
                  <p:spPr>
                    <a:xfrm>
                      <a:off x="8239117" y="5450979"/>
                      <a:ext cx="141480" cy="49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F2B990AB-F4E8-3AA9-9A69-DD8D275CA097}"/>
                      </a:ext>
                    </a:extLst>
                  </p14:cNvPr>
                  <p14:cNvContentPartPr/>
                  <p14:nvPr/>
                </p14:nvContentPartPr>
                <p14:xfrm>
                  <a:off x="8600280" y="5533499"/>
                  <a:ext cx="97920" cy="80640"/>
                </p14:xfrm>
              </p:contentPart>
            </mc:Choice>
            <mc:Fallback xmlns="">
              <p:pic>
                <p:nvPicPr>
                  <p:cNvPr id="160" name="Ink 159">
                    <a:extLst>
                      <a:ext uri="{FF2B5EF4-FFF2-40B4-BE49-F238E27FC236}">
                        <a16:creationId xmlns:a16="http://schemas.microsoft.com/office/drawing/2014/main" id="{5446476D-6119-FAC5-764E-CB87454DE9C3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8594160" y="5527379"/>
                    <a:ext cx="110160" cy="9288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94933993-546C-8354-A029-4818C7D30AFC}"/>
                  </a:ext>
                </a:extLst>
              </p:cNvPr>
              <p:cNvGrpSpPr/>
              <p:nvPr/>
            </p:nvGrpSpPr>
            <p:grpSpPr>
              <a:xfrm>
                <a:off x="8910240" y="5811059"/>
                <a:ext cx="264240" cy="266400"/>
                <a:chOff x="8762197" y="5534139"/>
                <a:chExt cx="264240" cy="266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84">
                  <p14:nvContentPartPr>
                    <p14:cNvPr id="54" name="Ink 53">
                      <a:extLst>
                        <a:ext uri="{FF2B5EF4-FFF2-40B4-BE49-F238E27FC236}">
                          <a16:creationId xmlns:a16="http://schemas.microsoft.com/office/drawing/2014/main" id="{FDE82382-2C91-7102-1852-0E88C4EF9E6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762197" y="5589579"/>
                    <a:ext cx="214200" cy="48600"/>
                  </p14:xfrm>
                </p:contentPart>
              </mc:Choice>
              <mc:Fallback xmlns="">
                <p:pic>
                  <p:nvPicPr>
                    <p:cNvPr id="162" name="Ink 161">
                      <a:extLst>
                        <a:ext uri="{FF2B5EF4-FFF2-40B4-BE49-F238E27FC236}">
                          <a16:creationId xmlns:a16="http://schemas.microsoft.com/office/drawing/2014/main" id="{B806BB92-2EFD-1086-3EAF-27A6AE54BCEF}"/>
                        </a:ext>
                      </a:extLst>
                    </p:cNvPr>
                    <p:cNvPicPr/>
                    <p:nvPr/>
                  </p:nvPicPr>
                  <p:blipFill>
                    <a:blip r:embed="rId85"/>
                    <a:stretch>
                      <a:fillRect/>
                    </a:stretch>
                  </p:blipFill>
                  <p:spPr>
                    <a:xfrm>
                      <a:off x="8756077" y="5583459"/>
                      <a:ext cx="226440" cy="60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6">
                  <p14:nvContentPartPr>
                    <p14:cNvPr id="55" name="Ink 54">
                      <a:extLst>
                        <a:ext uri="{FF2B5EF4-FFF2-40B4-BE49-F238E27FC236}">
                          <a16:creationId xmlns:a16="http://schemas.microsoft.com/office/drawing/2014/main" id="{17FF5204-B019-498E-1566-E04F69C7CE8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881357" y="5534139"/>
                    <a:ext cx="145080" cy="266400"/>
                  </p14:xfrm>
                </p:contentPart>
              </mc:Choice>
              <mc:Fallback xmlns="">
                <p:pic>
                  <p:nvPicPr>
                    <p:cNvPr id="163" name="Ink 162">
                      <a:extLst>
                        <a:ext uri="{FF2B5EF4-FFF2-40B4-BE49-F238E27FC236}">
                          <a16:creationId xmlns:a16="http://schemas.microsoft.com/office/drawing/2014/main" id="{69226680-8BC6-4E8E-3F7B-22AC6D26175C}"/>
                        </a:ext>
                      </a:extLst>
                    </p:cNvPr>
                    <p:cNvPicPr/>
                    <p:nvPr/>
                  </p:nvPicPr>
                  <p:blipFill>
                    <a:blip r:embed="rId87"/>
                    <a:stretch>
                      <a:fillRect/>
                    </a:stretch>
                  </p:blipFill>
                  <p:spPr>
                    <a:xfrm>
                      <a:off x="8875237" y="5528019"/>
                      <a:ext cx="157320" cy="2786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1CE7C96C-A4DB-8E9D-0585-D760F6D2DAA1}"/>
                  </a:ext>
                </a:extLst>
              </p:cNvPr>
              <p:cNvGrpSpPr/>
              <p:nvPr/>
            </p:nvGrpSpPr>
            <p:grpSpPr>
              <a:xfrm>
                <a:off x="9505680" y="5731499"/>
                <a:ext cx="2686320" cy="932400"/>
                <a:chOff x="9357637" y="5454579"/>
                <a:chExt cx="2686320" cy="9324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88">
                  <p14:nvContentPartPr>
                    <p14:cNvPr id="38" name="Ink 37">
                      <a:extLst>
                        <a:ext uri="{FF2B5EF4-FFF2-40B4-BE49-F238E27FC236}">
                          <a16:creationId xmlns:a16="http://schemas.microsoft.com/office/drawing/2014/main" id="{161C9369-CD02-D720-AC01-F2014D7600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58357" y="5525499"/>
                    <a:ext cx="135720" cy="238320"/>
                  </p14:xfrm>
                </p:contentPart>
              </mc:Choice>
              <mc:Fallback xmlns="">
                <p:pic>
                  <p:nvPicPr>
                    <p:cNvPr id="165" name="Ink 164">
                      <a:extLst>
                        <a:ext uri="{FF2B5EF4-FFF2-40B4-BE49-F238E27FC236}">
                          <a16:creationId xmlns:a16="http://schemas.microsoft.com/office/drawing/2014/main" id="{2A4E280B-E1F6-14FE-D1AE-0D28A3989935}"/>
                        </a:ext>
                      </a:extLst>
                    </p:cNvPr>
                    <p:cNvPicPr/>
                    <p:nvPr/>
                  </p:nvPicPr>
                  <p:blipFill>
                    <a:blip r:embed="rId89"/>
                    <a:stretch>
                      <a:fillRect/>
                    </a:stretch>
                  </p:blipFill>
                  <p:spPr>
                    <a:xfrm>
                      <a:off x="9352237" y="5519379"/>
                      <a:ext cx="147960" cy="25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0">
                  <p14:nvContentPartPr>
                    <p14:cNvPr id="39" name="Ink 38">
                      <a:extLst>
                        <a:ext uri="{FF2B5EF4-FFF2-40B4-BE49-F238E27FC236}">
                          <a16:creationId xmlns:a16="http://schemas.microsoft.com/office/drawing/2014/main" id="{3D590383-F107-075C-ED68-A3981632448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2597" y="5509299"/>
                    <a:ext cx="176400" cy="193680"/>
                  </p14:xfrm>
                </p:contentPart>
              </mc:Choice>
              <mc:Fallback xmlns="">
                <p:pic>
                  <p:nvPicPr>
                    <p:cNvPr id="166" name="Ink 165">
                      <a:extLst>
                        <a:ext uri="{FF2B5EF4-FFF2-40B4-BE49-F238E27FC236}">
                          <a16:creationId xmlns:a16="http://schemas.microsoft.com/office/drawing/2014/main" id="{1C082DBC-3CFB-5BAC-4564-4852A20E4FF6}"/>
                        </a:ext>
                      </a:extLst>
                    </p:cNvPr>
                    <p:cNvPicPr/>
                    <p:nvPr/>
                  </p:nvPicPr>
                  <p:blipFill>
                    <a:blip r:embed="rId91"/>
                    <a:stretch>
                      <a:fillRect/>
                    </a:stretch>
                  </p:blipFill>
                  <p:spPr>
                    <a:xfrm>
                      <a:off x="9526477" y="5503179"/>
                      <a:ext cx="188640" cy="2059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2">
                  <p14:nvContentPartPr>
                    <p14:cNvPr id="40" name="Ink 39">
                      <a:extLst>
                        <a:ext uri="{FF2B5EF4-FFF2-40B4-BE49-F238E27FC236}">
                          <a16:creationId xmlns:a16="http://schemas.microsoft.com/office/drawing/2014/main" id="{4C53B971-4897-AF2A-20DC-13730F76F45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742477" y="5454579"/>
                    <a:ext cx="198720" cy="223560"/>
                  </p14:xfrm>
                </p:contentPart>
              </mc:Choice>
              <mc:Fallback xmlns="">
                <p:pic>
                  <p:nvPicPr>
                    <p:cNvPr id="167" name="Ink 166">
                      <a:extLst>
                        <a:ext uri="{FF2B5EF4-FFF2-40B4-BE49-F238E27FC236}">
                          <a16:creationId xmlns:a16="http://schemas.microsoft.com/office/drawing/2014/main" id="{1AC16A8D-FA7E-AFF2-7AA5-DBA16CC88765}"/>
                        </a:ext>
                      </a:extLst>
                    </p:cNvPr>
                    <p:cNvPicPr/>
                    <p:nvPr/>
                  </p:nvPicPr>
                  <p:blipFill>
                    <a:blip r:embed="rId93"/>
                    <a:stretch>
                      <a:fillRect/>
                    </a:stretch>
                  </p:blipFill>
                  <p:spPr>
                    <a:xfrm>
                      <a:off x="9736357" y="5448459"/>
                      <a:ext cx="210960" cy="235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4">
                  <p14:nvContentPartPr>
                    <p14:cNvPr id="41" name="Ink 40">
                      <a:extLst>
                        <a:ext uri="{FF2B5EF4-FFF2-40B4-BE49-F238E27FC236}">
                          <a16:creationId xmlns:a16="http://schemas.microsoft.com/office/drawing/2014/main" id="{91A80205-2050-0C88-CC1F-49F93AC2A24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62797" y="5524419"/>
                    <a:ext cx="279720" cy="179280"/>
                  </p14:xfrm>
                </p:contentPart>
              </mc:Choice>
              <mc:Fallback xmlns="">
                <p:pic>
                  <p:nvPicPr>
                    <p:cNvPr id="168" name="Ink 167">
                      <a:extLst>
                        <a:ext uri="{FF2B5EF4-FFF2-40B4-BE49-F238E27FC236}">
                          <a16:creationId xmlns:a16="http://schemas.microsoft.com/office/drawing/2014/main" id="{B4AD96AF-E84C-4B90-D67C-553BD86B4B72}"/>
                        </a:ext>
                      </a:extLst>
                    </p:cNvPr>
                    <p:cNvPicPr/>
                    <p:nvPr/>
                  </p:nvPicPr>
                  <p:blipFill>
                    <a:blip r:embed="rId95"/>
                    <a:stretch>
                      <a:fillRect/>
                    </a:stretch>
                  </p:blipFill>
                  <p:spPr>
                    <a:xfrm>
                      <a:off x="9956677" y="5518299"/>
                      <a:ext cx="291960" cy="191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6">
                  <p14:nvContentPartPr>
                    <p14:cNvPr id="42" name="Ink 41">
                      <a:extLst>
                        <a:ext uri="{FF2B5EF4-FFF2-40B4-BE49-F238E27FC236}">
                          <a16:creationId xmlns:a16="http://schemas.microsoft.com/office/drawing/2014/main" id="{2D9D70A3-60E9-0658-25A0-C6FBF1B4FF3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57637" y="5845539"/>
                    <a:ext cx="313560" cy="476280"/>
                  </p14:xfrm>
                </p:contentPart>
              </mc:Choice>
              <mc:Fallback xmlns="">
                <p:pic>
                  <p:nvPicPr>
                    <p:cNvPr id="170" name="Ink 169">
                      <a:extLst>
                        <a:ext uri="{FF2B5EF4-FFF2-40B4-BE49-F238E27FC236}">
                          <a16:creationId xmlns:a16="http://schemas.microsoft.com/office/drawing/2014/main" id="{C548CFF4-A4A9-4B31-245D-D6963C96F1DE}"/>
                        </a:ext>
                      </a:extLst>
                    </p:cNvPr>
                    <p:cNvPicPr/>
                    <p:nvPr/>
                  </p:nvPicPr>
                  <p:blipFill>
                    <a:blip r:embed="rId97"/>
                    <a:stretch>
                      <a:fillRect/>
                    </a:stretch>
                  </p:blipFill>
                  <p:spPr>
                    <a:xfrm>
                      <a:off x="9351517" y="5839419"/>
                      <a:ext cx="325800" cy="488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8">
                  <p14:nvContentPartPr>
                    <p14:cNvPr id="43" name="Ink 42">
                      <a:extLst>
                        <a:ext uri="{FF2B5EF4-FFF2-40B4-BE49-F238E27FC236}">
                          <a16:creationId xmlns:a16="http://schemas.microsoft.com/office/drawing/2014/main" id="{6AA5243E-4E29-8687-8A15-88C187FC949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770557" y="6041739"/>
                    <a:ext cx="130320" cy="192960"/>
                  </p14:xfrm>
                </p:contentPart>
              </mc:Choice>
              <mc:Fallback xmlns="">
                <p:pic>
                  <p:nvPicPr>
                    <p:cNvPr id="171" name="Ink 170">
                      <a:extLst>
                        <a:ext uri="{FF2B5EF4-FFF2-40B4-BE49-F238E27FC236}">
                          <a16:creationId xmlns:a16="http://schemas.microsoft.com/office/drawing/2014/main" id="{80ADC9E9-52B1-F759-3376-2C7E1B814680}"/>
                        </a:ext>
                      </a:extLst>
                    </p:cNvPr>
                    <p:cNvPicPr/>
                    <p:nvPr/>
                  </p:nvPicPr>
                  <p:blipFill>
                    <a:blip r:embed="rId99"/>
                    <a:stretch>
                      <a:fillRect/>
                    </a:stretch>
                  </p:blipFill>
                  <p:spPr>
                    <a:xfrm>
                      <a:off x="9764437" y="6035619"/>
                      <a:ext cx="142560" cy="2052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0">
                  <p14:nvContentPartPr>
                    <p14:cNvPr id="44" name="Ink 43">
                      <a:extLst>
                        <a:ext uri="{FF2B5EF4-FFF2-40B4-BE49-F238E27FC236}">
                          <a16:creationId xmlns:a16="http://schemas.microsoft.com/office/drawing/2014/main" id="{7FD1DF4C-BD0A-F0FE-0005-FC88C0D08FE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23197" y="6011139"/>
                    <a:ext cx="212760" cy="216720"/>
                  </p14:xfrm>
                </p:contentPart>
              </mc:Choice>
              <mc:Fallback xmlns="">
                <p:pic>
                  <p:nvPicPr>
                    <p:cNvPr id="172" name="Ink 171">
                      <a:extLst>
                        <a:ext uri="{FF2B5EF4-FFF2-40B4-BE49-F238E27FC236}">
                          <a16:creationId xmlns:a16="http://schemas.microsoft.com/office/drawing/2014/main" id="{3B40F738-1A85-7471-8347-AF0D0C900AB9}"/>
                        </a:ext>
                      </a:extLst>
                    </p:cNvPr>
                    <p:cNvPicPr/>
                    <p:nvPr/>
                  </p:nvPicPr>
                  <p:blipFill>
                    <a:blip r:embed="rId101"/>
                    <a:stretch>
                      <a:fillRect/>
                    </a:stretch>
                  </p:blipFill>
                  <p:spPr>
                    <a:xfrm>
                      <a:off x="9917077" y="6005019"/>
                      <a:ext cx="225000" cy="228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2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71F298C1-4D61-3746-D7AA-9360DABE176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153597" y="6010779"/>
                    <a:ext cx="335880" cy="200880"/>
                  </p14:xfrm>
                </p:contentPart>
              </mc:Choice>
              <mc:Fallback xmlns="">
                <p:pic>
                  <p:nvPicPr>
                    <p:cNvPr id="173" name="Ink 172">
                      <a:extLst>
                        <a:ext uri="{FF2B5EF4-FFF2-40B4-BE49-F238E27FC236}">
                          <a16:creationId xmlns:a16="http://schemas.microsoft.com/office/drawing/2014/main" id="{17946B5A-9E84-51A4-B046-757B84606988}"/>
                        </a:ext>
                      </a:extLst>
                    </p:cNvPr>
                    <p:cNvPicPr/>
                    <p:nvPr/>
                  </p:nvPicPr>
                  <p:blipFill>
                    <a:blip r:embed="rId103"/>
                    <a:stretch>
                      <a:fillRect/>
                    </a:stretch>
                  </p:blipFill>
                  <p:spPr>
                    <a:xfrm>
                      <a:off x="10147477" y="6004659"/>
                      <a:ext cx="348120" cy="213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4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C3E51211-5F0C-CD31-FA62-958EB8C76E2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614397" y="5939139"/>
                    <a:ext cx="134640" cy="255240"/>
                  </p14:xfrm>
                </p:contentPart>
              </mc:Choice>
              <mc:Fallback xmlns="">
                <p:pic>
                  <p:nvPicPr>
                    <p:cNvPr id="174" name="Ink 173">
                      <a:extLst>
                        <a:ext uri="{FF2B5EF4-FFF2-40B4-BE49-F238E27FC236}">
                          <a16:creationId xmlns:a16="http://schemas.microsoft.com/office/drawing/2014/main" id="{31A0D0C1-F5A7-DE5E-3372-7C674D6A9384}"/>
                        </a:ext>
                      </a:extLst>
                    </p:cNvPr>
                    <p:cNvPicPr/>
                    <p:nvPr/>
                  </p:nvPicPr>
                  <p:blipFill>
                    <a:blip r:embed="rId105"/>
                    <a:stretch>
                      <a:fillRect/>
                    </a:stretch>
                  </p:blipFill>
                  <p:spPr>
                    <a:xfrm>
                      <a:off x="10608277" y="5933019"/>
                      <a:ext cx="146880" cy="267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6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9477AF22-BC2E-A2BB-E07C-38C9C5FAAEB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869277" y="5684979"/>
                    <a:ext cx="75600" cy="488880"/>
                  </p14:xfrm>
                </p:contentPart>
              </mc:Choice>
              <mc:Fallback xmlns="">
                <p:pic>
                  <p:nvPicPr>
                    <p:cNvPr id="175" name="Ink 174">
                      <a:extLst>
                        <a:ext uri="{FF2B5EF4-FFF2-40B4-BE49-F238E27FC236}">
                          <a16:creationId xmlns:a16="http://schemas.microsoft.com/office/drawing/2014/main" id="{5F950033-9D0D-13E0-475B-99B91B68205C}"/>
                        </a:ext>
                      </a:extLst>
                    </p:cNvPr>
                    <p:cNvPicPr/>
                    <p:nvPr/>
                  </p:nvPicPr>
                  <p:blipFill>
                    <a:blip r:embed="rId107"/>
                    <a:stretch>
                      <a:fillRect/>
                    </a:stretch>
                  </p:blipFill>
                  <p:spPr>
                    <a:xfrm>
                      <a:off x="10863157" y="5678859"/>
                      <a:ext cx="87840" cy="501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8">
                  <p14:nvContentPartPr>
                    <p14:cNvPr id="48" name="Ink 47">
                      <a:extLst>
                        <a:ext uri="{FF2B5EF4-FFF2-40B4-BE49-F238E27FC236}">
                          <a16:creationId xmlns:a16="http://schemas.microsoft.com/office/drawing/2014/main" id="{02AC6567-6240-896D-EED6-02B785AD5C7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789717" y="5944179"/>
                    <a:ext cx="171720" cy="43200"/>
                  </p14:xfrm>
                </p:contentPart>
              </mc:Choice>
              <mc:Fallback xmlns="">
                <p:pic>
                  <p:nvPicPr>
                    <p:cNvPr id="176" name="Ink 175">
                      <a:extLst>
                        <a:ext uri="{FF2B5EF4-FFF2-40B4-BE49-F238E27FC236}">
                          <a16:creationId xmlns:a16="http://schemas.microsoft.com/office/drawing/2014/main" id="{8CC93749-63A8-172D-BEDE-2E1A28EAF20B}"/>
                        </a:ext>
                      </a:extLst>
                    </p:cNvPr>
                    <p:cNvPicPr/>
                    <p:nvPr/>
                  </p:nvPicPr>
                  <p:blipFill>
                    <a:blip r:embed="rId109"/>
                    <a:stretch>
                      <a:fillRect/>
                    </a:stretch>
                  </p:blipFill>
                  <p:spPr>
                    <a:xfrm>
                      <a:off x="10783597" y="5938059"/>
                      <a:ext cx="183960" cy="554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0">
                  <p14:nvContentPartPr>
                    <p14:cNvPr id="49" name="Ink 48">
                      <a:extLst>
                        <a:ext uri="{FF2B5EF4-FFF2-40B4-BE49-F238E27FC236}">
                          <a16:creationId xmlns:a16="http://schemas.microsoft.com/office/drawing/2014/main" id="{91F0CA13-C0F9-E7DC-7FC6-30BC88A3868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046757" y="6011139"/>
                    <a:ext cx="29520" cy="136080"/>
                  </p14:xfrm>
                </p:contentPart>
              </mc:Choice>
              <mc:Fallback xmlns="">
                <p:pic>
                  <p:nvPicPr>
                    <p:cNvPr id="177" name="Ink 176">
                      <a:extLst>
                        <a:ext uri="{FF2B5EF4-FFF2-40B4-BE49-F238E27FC236}">
                          <a16:creationId xmlns:a16="http://schemas.microsoft.com/office/drawing/2014/main" id="{803F5794-2EA8-4B14-5CFA-F7605FC75B30}"/>
                        </a:ext>
                      </a:extLst>
                    </p:cNvPr>
                    <p:cNvPicPr/>
                    <p:nvPr/>
                  </p:nvPicPr>
                  <p:blipFill>
                    <a:blip r:embed="rId111"/>
                    <a:stretch>
                      <a:fillRect/>
                    </a:stretch>
                  </p:blipFill>
                  <p:spPr>
                    <a:xfrm>
                      <a:off x="11040637" y="6005019"/>
                      <a:ext cx="41760" cy="148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2">
                  <p14:nvContentPartPr>
                    <p14:cNvPr id="50" name="Ink 49">
                      <a:extLst>
                        <a:ext uri="{FF2B5EF4-FFF2-40B4-BE49-F238E27FC236}">
                          <a16:creationId xmlns:a16="http://schemas.microsoft.com/office/drawing/2014/main" id="{3FF8173C-9C10-00DB-060F-F67D024F48C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114077" y="5988819"/>
                    <a:ext cx="155520" cy="174600"/>
                  </p14:xfrm>
                </p:contentPart>
              </mc:Choice>
              <mc:Fallback xmlns="">
                <p:pic>
                  <p:nvPicPr>
                    <p:cNvPr id="178" name="Ink 177">
                      <a:extLst>
                        <a:ext uri="{FF2B5EF4-FFF2-40B4-BE49-F238E27FC236}">
                          <a16:creationId xmlns:a16="http://schemas.microsoft.com/office/drawing/2014/main" id="{AC3DFA60-3BC6-9D31-B1F1-13DBEF194259}"/>
                        </a:ext>
                      </a:extLst>
                    </p:cNvPr>
                    <p:cNvPicPr/>
                    <p:nvPr/>
                  </p:nvPicPr>
                  <p:blipFill>
                    <a:blip r:embed="rId113"/>
                    <a:stretch>
                      <a:fillRect/>
                    </a:stretch>
                  </p:blipFill>
                  <p:spPr>
                    <a:xfrm>
                      <a:off x="11107957" y="5982699"/>
                      <a:ext cx="167760" cy="186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4">
                  <p14:nvContentPartPr>
                    <p14:cNvPr id="51" name="Ink 50">
                      <a:extLst>
                        <a:ext uri="{FF2B5EF4-FFF2-40B4-BE49-F238E27FC236}">
                          <a16:creationId xmlns:a16="http://schemas.microsoft.com/office/drawing/2014/main" id="{A134BEAB-6318-5C29-DD2C-C0601ACA085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067997" y="5966859"/>
                    <a:ext cx="18720" cy="84240"/>
                  </p14:xfrm>
                </p:contentPart>
              </mc:Choice>
              <mc:Fallback xmlns="">
                <p:pic>
                  <p:nvPicPr>
                    <p:cNvPr id="179" name="Ink 178">
                      <a:extLst>
                        <a:ext uri="{FF2B5EF4-FFF2-40B4-BE49-F238E27FC236}">
                          <a16:creationId xmlns:a16="http://schemas.microsoft.com/office/drawing/2014/main" id="{DE8BB19B-8E4B-E619-61EA-386C1731A975}"/>
                        </a:ext>
                      </a:extLst>
                    </p:cNvPr>
                    <p:cNvPicPr/>
                    <p:nvPr/>
                  </p:nvPicPr>
                  <p:blipFill>
                    <a:blip r:embed="rId115"/>
                    <a:stretch>
                      <a:fillRect/>
                    </a:stretch>
                  </p:blipFill>
                  <p:spPr>
                    <a:xfrm>
                      <a:off x="11061877" y="5960739"/>
                      <a:ext cx="30960" cy="964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6">
                  <p14:nvContentPartPr>
                    <p14:cNvPr id="52" name="Ink 51">
                      <a:extLst>
                        <a:ext uri="{FF2B5EF4-FFF2-40B4-BE49-F238E27FC236}">
                          <a16:creationId xmlns:a16="http://schemas.microsoft.com/office/drawing/2014/main" id="{0FB3F377-385A-7E52-8BFA-4F67420CB3D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394157" y="5891619"/>
                    <a:ext cx="246600" cy="257760"/>
                  </p14:xfrm>
                </p:contentPart>
              </mc:Choice>
              <mc:Fallback xmlns="">
                <p:pic>
                  <p:nvPicPr>
                    <p:cNvPr id="181" name="Ink 180">
                      <a:extLst>
                        <a:ext uri="{FF2B5EF4-FFF2-40B4-BE49-F238E27FC236}">
                          <a16:creationId xmlns:a16="http://schemas.microsoft.com/office/drawing/2014/main" id="{D6E7347B-1BEF-9538-2B6F-C6CEBF048FC1}"/>
                        </a:ext>
                      </a:extLst>
                    </p:cNvPr>
                    <p:cNvPicPr/>
                    <p:nvPr/>
                  </p:nvPicPr>
                  <p:blipFill>
                    <a:blip r:embed="rId117"/>
                    <a:stretch>
                      <a:fillRect/>
                    </a:stretch>
                  </p:blipFill>
                  <p:spPr>
                    <a:xfrm>
                      <a:off x="11388037" y="5885499"/>
                      <a:ext cx="258840" cy="270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8">
                  <p14:nvContentPartPr>
                    <p14:cNvPr id="53" name="Ink 52">
                      <a:extLst>
                        <a:ext uri="{FF2B5EF4-FFF2-40B4-BE49-F238E27FC236}">
                          <a16:creationId xmlns:a16="http://schemas.microsoft.com/office/drawing/2014/main" id="{74CA9F12-D0F8-08BA-7C67-906813B78E0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591077" y="5860659"/>
                    <a:ext cx="452880" cy="526320"/>
                  </p14:xfrm>
                </p:contentPart>
              </mc:Choice>
              <mc:Fallback xmlns="">
                <p:pic>
                  <p:nvPicPr>
                    <p:cNvPr id="182" name="Ink 181">
                      <a:extLst>
                        <a:ext uri="{FF2B5EF4-FFF2-40B4-BE49-F238E27FC236}">
                          <a16:creationId xmlns:a16="http://schemas.microsoft.com/office/drawing/2014/main" id="{C26F31E0-D197-3425-AA82-79C1C4FD6C53}"/>
                        </a:ext>
                      </a:extLst>
                    </p:cNvPr>
                    <p:cNvPicPr/>
                    <p:nvPr/>
                  </p:nvPicPr>
                  <p:blipFill>
                    <a:blip r:embed="rId119"/>
                    <a:stretch>
                      <a:fillRect/>
                    </a:stretch>
                  </p:blipFill>
                  <p:spPr>
                    <a:xfrm>
                      <a:off x="11584957" y="5854539"/>
                      <a:ext cx="465120" cy="5385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42A6D1-932B-9E57-31E9-250CF7C7DB70}"/>
                </a:ext>
              </a:extLst>
            </p:cNvPr>
            <p:cNvSpPr txBox="1"/>
            <p:nvPr/>
          </p:nvSpPr>
          <p:spPr>
            <a:xfrm>
              <a:off x="121009" y="5922239"/>
              <a:ext cx="7150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Current nose to shoulder/ Baseline nose to shoulder = Cos(B)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00C22D-750B-800E-89F6-44422D8BC10E}"/>
                </a:ext>
              </a:extLst>
            </p:cNvPr>
            <p:cNvGrpSpPr/>
            <p:nvPr/>
          </p:nvGrpSpPr>
          <p:grpSpPr>
            <a:xfrm>
              <a:off x="2272843" y="451517"/>
              <a:ext cx="2883876" cy="3307742"/>
              <a:chOff x="2193210" y="930303"/>
              <a:chExt cx="2883876" cy="3307742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7414BBF-23D4-38AA-A9E6-B4C66E52FA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4442" y="1483221"/>
                <a:ext cx="1341715" cy="22461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64B5107-8C8A-482C-A86D-2135E7E378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7398" y="2814762"/>
                <a:ext cx="1105232" cy="14232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25EA367-B16E-5EAC-A0A8-9E7D7DCFC7F0}"/>
                  </a:ext>
                </a:extLst>
              </p:cNvPr>
              <p:cNvCxnSpPr/>
              <p:nvPr/>
            </p:nvCxnSpPr>
            <p:spPr>
              <a:xfrm flipV="1">
                <a:off x="3538330" y="1971923"/>
                <a:ext cx="0" cy="151074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E6F76DD-7747-3822-9B9A-AE762104EBBB}"/>
                  </a:ext>
                </a:extLst>
              </p:cNvPr>
              <p:cNvSpPr/>
              <p:nvPr/>
            </p:nvSpPr>
            <p:spPr>
              <a:xfrm>
                <a:off x="3009568" y="930303"/>
                <a:ext cx="1057524" cy="10416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104870C-9139-3732-8039-29F259467F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4560" y="3013543"/>
                <a:ext cx="2790908" cy="866694"/>
              </a:xfrm>
              <a:prstGeom prst="line">
                <a:avLst/>
              </a:prstGeom>
              <a:ln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E73F40AA-B55E-0CDA-380A-3602FA919978}"/>
                      </a:ext>
                    </a:extLst>
                  </p14:cNvPr>
                  <p14:cNvContentPartPr/>
                  <p14:nvPr/>
                </p14:nvContentPartPr>
                <p14:xfrm>
                  <a:off x="3546157" y="3347499"/>
                  <a:ext cx="72000" cy="7848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834F72BD-F447-957F-4280-AD30EE18FF9B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540037" y="3341379"/>
                    <a:ext cx="84240" cy="907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A9B76-F530-F31B-113C-86A055BCCA87}"/>
                  </a:ext>
                </a:extLst>
              </p:cNvPr>
              <p:cNvSpPr/>
              <p:nvPr/>
            </p:nvSpPr>
            <p:spPr>
              <a:xfrm>
                <a:off x="3453050" y="1393024"/>
                <a:ext cx="163750" cy="13590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05D5BB3-C68F-5B67-C2EB-269B56F94B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3210" y="1699260"/>
                <a:ext cx="1350" cy="2180977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B1A90A-78A7-9DE5-4E25-0C342E444FDE}"/>
                  </a:ext>
                </a:extLst>
              </p:cNvPr>
              <p:cNvSpPr txBox="1"/>
              <p:nvPr/>
            </p:nvSpPr>
            <p:spPr>
              <a:xfrm>
                <a:off x="2949600" y="3843178"/>
                <a:ext cx="15982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Shoulder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49E570-2502-69AC-21F3-BF6128915AF0}"/>
                  </a:ext>
                </a:extLst>
              </p:cNvPr>
              <p:cNvSpPr txBox="1"/>
              <p:nvPr/>
            </p:nvSpPr>
            <p:spPr>
              <a:xfrm>
                <a:off x="3478874" y="2396300"/>
                <a:ext cx="15982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Neck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E55754-A1DC-6702-CD30-E471D0768D0B}"/>
                </a:ext>
              </a:extLst>
            </p:cNvPr>
            <p:cNvSpPr txBox="1"/>
            <p:nvPr/>
          </p:nvSpPr>
          <p:spPr>
            <a:xfrm>
              <a:off x="2284075" y="4152934"/>
              <a:ext cx="3625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Non hunchback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17E1A6-501D-4375-13F3-D54A812D8DD7}"/>
                </a:ext>
              </a:extLst>
            </p:cNvPr>
            <p:cNvSpPr txBox="1"/>
            <p:nvPr/>
          </p:nvSpPr>
          <p:spPr>
            <a:xfrm>
              <a:off x="8392510" y="3792778"/>
              <a:ext cx="3625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Hunchback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155067-D602-C2CD-B37F-2F44F9C04AA4}"/>
                    </a:ext>
                  </a:extLst>
                </p14:cNvPr>
                <p14:cNvContentPartPr/>
                <p14:nvPr/>
              </p14:nvContentPartPr>
              <p14:xfrm>
                <a:off x="7386637" y="5653064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155067-D602-C2CD-B37F-2F44F9C04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80517" y="564694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0" name="Title 2">
            <a:extLst>
              <a:ext uri="{FF2B5EF4-FFF2-40B4-BE49-F238E27FC236}">
                <a16:creationId xmlns:a16="http://schemas.microsoft.com/office/drawing/2014/main" id="{09883DD6-4370-3C9D-9AED-905DE8CC3E31}"/>
              </a:ext>
            </a:extLst>
          </p:cNvPr>
          <p:cNvSpPr txBox="1">
            <a:spLocks/>
          </p:cNvSpPr>
          <p:nvPr/>
        </p:nvSpPr>
        <p:spPr>
          <a:xfrm>
            <a:off x="278431" y="755993"/>
            <a:ext cx="8673846" cy="4517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hunchback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khoảng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</a:t>
            </a:r>
            <a:r>
              <a:rPr lang="en-US" sz="2000" dirty="0" err="1"/>
              <a:t>mũi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320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15221A4-FB75-FD1C-127B-5ED9D1B3F76A}"/>
              </a:ext>
            </a:extLst>
          </p:cNvPr>
          <p:cNvGrpSpPr/>
          <p:nvPr/>
        </p:nvGrpSpPr>
        <p:grpSpPr>
          <a:xfrm>
            <a:off x="913089" y="1099719"/>
            <a:ext cx="7317821" cy="3643282"/>
            <a:chOff x="1134416" y="1302429"/>
            <a:chExt cx="7317821" cy="3643282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711E746-2F12-E665-54F8-EAB5B6B3F5B2}"/>
                </a:ext>
              </a:extLst>
            </p:cNvPr>
            <p:cNvCxnSpPr>
              <a:cxnSpLocks/>
            </p:cNvCxnSpPr>
            <p:nvPr/>
          </p:nvCxnSpPr>
          <p:spPr>
            <a:xfrm>
              <a:off x="3371354" y="1679712"/>
              <a:ext cx="0" cy="3265999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EDCD524-2102-CAE3-5679-29A7088286FC}"/>
                </a:ext>
              </a:extLst>
            </p:cNvPr>
            <p:cNvCxnSpPr/>
            <p:nvPr/>
          </p:nvCxnSpPr>
          <p:spPr>
            <a:xfrm>
              <a:off x="5785899" y="2274074"/>
              <a:ext cx="620202" cy="126425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AAC8730-39ED-BBD2-0F7D-62E5B1D1E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5899" y="3538331"/>
              <a:ext cx="620202" cy="139147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7E64B09-D08E-01D5-0F45-11D6FE2381C6}"/>
                </a:ext>
              </a:extLst>
            </p:cNvPr>
            <p:cNvCxnSpPr/>
            <p:nvPr/>
          </p:nvCxnSpPr>
          <p:spPr>
            <a:xfrm flipV="1">
              <a:off x="2520563" y="4913906"/>
              <a:ext cx="5931674" cy="318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8D33186-AC9A-C7C6-CBA2-7E34850A18C5}"/>
                </a:ext>
              </a:extLst>
            </p:cNvPr>
            <p:cNvCxnSpPr/>
            <p:nvPr/>
          </p:nvCxnSpPr>
          <p:spPr>
            <a:xfrm>
              <a:off x="5785899" y="2274073"/>
              <a:ext cx="0" cy="267163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C2AB7BC-9F0A-97DC-AEC3-9071BCB1C8A5}"/>
                </a:ext>
              </a:extLst>
            </p:cNvPr>
            <p:cNvCxnSpPr/>
            <p:nvPr/>
          </p:nvCxnSpPr>
          <p:spPr>
            <a:xfrm>
              <a:off x="2822714" y="2289976"/>
              <a:ext cx="4723074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0730E2F-9898-8117-66B9-4C5D7D7F352E}"/>
                </a:ext>
              </a:extLst>
            </p:cNvPr>
            <p:cNvSpPr txBox="1"/>
            <p:nvPr/>
          </p:nvSpPr>
          <p:spPr>
            <a:xfrm>
              <a:off x="3019334" y="1302429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Neck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2F51D29-801C-4BE2-8177-D226CFAA94B5}"/>
                </a:ext>
              </a:extLst>
            </p:cNvPr>
            <p:cNvSpPr txBox="1"/>
            <p:nvPr/>
          </p:nvSpPr>
          <p:spPr>
            <a:xfrm>
              <a:off x="5488563" y="1888838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Neck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ABFB67D-3EB2-F4CB-6CF1-15D4ED9B1F0D}"/>
                </a:ext>
              </a:extLst>
            </p:cNvPr>
            <p:cNvSpPr txBox="1"/>
            <p:nvPr/>
          </p:nvSpPr>
          <p:spPr>
            <a:xfrm>
              <a:off x="1134416" y="3223117"/>
              <a:ext cx="22961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Back height</a:t>
              </a:r>
            </a:p>
            <a:p>
              <a:r>
                <a:rPr lang="en-US" dirty="0"/>
                <a:t>before hunchback (h)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5C2F03A-29B5-829E-1131-866A2D1D2B77}"/>
                </a:ext>
              </a:extLst>
            </p:cNvPr>
            <p:cNvSpPr txBox="1"/>
            <p:nvPr/>
          </p:nvSpPr>
          <p:spPr>
            <a:xfrm>
              <a:off x="3739763" y="3215166"/>
              <a:ext cx="21309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Back height </a:t>
              </a:r>
            </a:p>
            <a:p>
              <a:r>
                <a:rPr lang="en-US" dirty="0"/>
                <a:t>After hunchback (c)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2E27D3F-1F53-5C60-A67C-1CE1B64A06A6}"/>
                </a:ext>
              </a:extLst>
            </p:cNvPr>
            <p:cNvSpPr txBox="1"/>
            <p:nvPr/>
          </p:nvSpPr>
          <p:spPr>
            <a:xfrm>
              <a:off x="6061544" y="262831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434B08-CD03-FAD8-0F83-7A5CC59250EA}"/>
                </a:ext>
              </a:extLst>
            </p:cNvPr>
            <p:cNvSpPr txBox="1"/>
            <p:nvPr/>
          </p:nvSpPr>
          <p:spPr>
            <a:xfrm>
              <a:off x="6133975" y="402157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5BB79CB-0CA6-C3CA-449F-E18D4592992A}"/>
                </a:ext>
              </a:extLst>
            </p:cNvPr>
            <p:cNvGrpSpPr/>
            <p:nvPr/>
          </p:nvGrpSpPr>
          <p:grpSpPr>
            <a:xfrm>
              <a:off x="6010357" y="3434979"/>
              <a:ext cx="333360" cy="302400"/>
              <a:chOff x="6010357" y="3434979"/>
              <a:chExt cx="333360" cy="302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6349A966-0525-D409-C053-DD8F0A055431}"/>
                      </a:ext>
                    </a:extLst>
                  </p14:cNvPr>
                  <p14:cNvContentPartPr/>
                  <p14:nvPr/>
                </p14:nvContentPartPr>
                <p14:xfrm>
                  <a:off x="6265597" y="3441819"/>
                  <a:ext cx="78120" cy="29556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62ADA2C4-AD93-299C-6E99-E94D2B1C8846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59477" y="3435699"/>
                    <a:ext cx="90360" cy="30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0CF908E8-3FC8-9FED-A34A-FE8E2B862246}"/>
                      </a:ext>
                    </a:extLst>
                  </p14:cNvPr>
                  <p14:cNvContentPartPr/>
                  <p14:nvPr/>
                </p14:nvContentPartPr>
                <p14:xfrm>
                  <a:off x="6010357" y="3434979"/>
                  <a:ext cx="150840" cy="15552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4AF26C70-E9AA-FCBA-B75F-E3524E602355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004237" y="3428859"/>
                    <a:ext cx="163080" cy="1677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EA82EBC-9F2C-C481-4B53-2C60B4A4EDA5}"/>
              </a:ext>
            </a:extLst>
          </p:cNvPr>
          <p:cNvGrpSpPr/>
          <p:nvPr/>
        </p:nvGrpSpPr>
        <p:grpSpPr>
          <a:xfrm>
            <a:off x="532770" y="4957743"/>
            <a:ext cx="8078459" cy="1107717"/>
            <a:chOff x="561037" y="4900539"/>
            <a:chExt cx="11706840" cy="160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B7D3E6-ECD7-97AB-C875-F58DC2C6A9D3}"/>
                    </a:ext>
                  </a:extLst>
                </p14:cNvPr>
                <p14:cNvContentPartPr/>
                <p14:nvPr/>
              </p14:nvContentPartPr>
              <p14:xfrm>
                <a:off x="561037" y="5660139"/>
                <a:ext cx="322560" cy="424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63E18E-8634-C330-9F48-20B742E8A1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4917" y="5654019"/>
                  <a:ext cx="3348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0E9231-911C-573C-E9CB-2542E618207F}"/>
                    </a:ext>
                  </a:extLst>
                </p14:cNvPr>
                <p14:cNvContentPartPr/>
                <p14:nvPr/>
              </p14:nvContentPartPr>
              <p14:xfrm>
                <a:off x="960997" y="5477979"/>
                <a:ext cx="195480" cy="689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73546EA-5C56-14B6-BD3F-3FFCE11794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4877" y="5471859"/>
                  <a:ext cx="20772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4129BC0-9BC6-3B65-2C9F-DA7E80BE41B4}"/>
                    </a:ext>
                  </a:extLst>
                </p14:cNvPr>
                <p14:cNvContentPartPr/>
                <p14:nvPr/>
              </p14:nvContentPartPr>
              <p14:xfrm>
                <a:off x="1215877" y="5843739"/>
                <a:ext cx="153360" cy="192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56F9052-CA63-4A2C-AAF9-053F50C39BA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09757" y="5837619"/>
                  <a:ext cx="165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D79D4B1-58FD-B4CD-919A-526F5AC13EBE}"/>
                    </a:ext>
                  </a:extLst>
                </p14:cNvPr>
                <p14:cNvContentPartPr/>
                <p14:nvPr/>
              </p14:nvContentPartPr>
              <p14:xfrm>
                <a:off x="1422517" y="5852019"/>
                <a:ext cx="180720" cy="180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03C8BF8-AE73-1788-0699-2115DB3A51E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16397" y="5845899"/>
                  <a:ext cx="1929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E5BA4DC-20FF-55E2-8C80-E5682E6AD6F6}"/>
                    </a:ext>
                  </a:extLst>
                </p14:cNvPr>
                <p14:cNvContentPartPr/>
                <p14:nvPr/>
              </p14:nvContentPartPr>
              <p14:xfrm>
                <a:off x="1685677" y="5517939"/>
                <a:ext cx="52920" cy="552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90C830A-2500-D9F8-097A-20185BBAF1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9557" y="5511819"/>
                  <a:ext cx="6516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3329215-0652-65AF-E7E9-582453FE7C3A}"/>
                    </a:ext>
                  </a:extLst>
                </p14:cNvPr>
                <p14:cNvContentPartPr/>
                <p14:nvPr/>
              </p14:nvContentPartPr>
              <p14:xfrm>
                <a:off x="1780357" y="5605059"/>
                <a:ext cx="676080" cy="478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3E7A75-1F69-CA5B-5BBD-ED4AA775EF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4237" y="5598939"/>
                  <a:ext cx="6883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5475309-7587-0ACA-3CD4-94EF48874C64}"/>
                    </a:ext>
                  </a:extLst>
                </p14:cNvPr>
                <p14:cNvContentPartPr/>
                <p14:nvPr/>
              </p14:nvContentPartPr>
              <p14:xfrm>
                <a:off x="2654077" y="5624499"/>
                <a:ext cx="262800" cy="490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EB136C-8819-0074-8A12-2B0EA3366B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47957" y="5618379"/>
                  <a:ext cx="2750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E6EA9F-7C69-0B45-B6F7-6C891CD87674}"/>
                    </a:ext>
                  </a:extLst>
                </p14:cNvPr>
                <p14:cNvContentPartPr/>
                <p14:nvPr/>
              </p14:nvContentPartPr>
              <p14:xfrm>
                <a:off x="3036397" y="5795499"/>
                <a:ext cx="86760" cy="201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A445341-AF33-2091-F053-2D6BA72946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0277" y="5789379"/>
                  <a:ext cx="9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9988E53-2A30-F0B1-DA49-4E8CEEBA9752}"/>
                    </a:ext>
                  </a:extLst>
                </p14:cNvPr>
                <p14:cNvContentPartPr/>
                <p14:nvPr/>
              </p14:nvContentPartPr>
              <p14:xfrm>
                <a:off x="3155557" y="5818539"/>
                <a:ext cx="176040" cy="203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ABDF3B5-F99D-EEB9-05EA-A008740D69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49437" y="5812419"/>
                  <a:ext cx="188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AEE472F-4FB9-7DB4-DDD0-CAC2248123AC}"/>
                    </a:ext>
                  </a:extLst>
                </p14:cNvPr>
                <p14:cNvContentPartPr/>
                <p14:nvPr/>
              </p14:nvContentPartPr>
              <p14:xfrm>
                <a:off x="3345997" y="5809899"/>
                <a:ext cx="154080" cy="20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E9D287D-760F-068B-8E61-F21CFCD059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39877" y="5803779"/>
                  <a:ext cx="166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00278D3-52DF-A89A-3ACE-779FF6F5300F}"/>
                    </a:ext>
                  </a:extLst>
                </p14:cNvPr>
                <p14:cNvContentPartPr/>
                <p14:nvPr/>
              </p14:nvContentPartPr>
              <p14:xfrm>
                <a:off x="3338077" y="5812059"/>
                <a:ext cx="29880" cy="402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264F8E-43EA-4657-723E-F425ABBB3C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31957" y="5805939"/>
                  <a:ext cx="42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8C9DAA2-ECD0-DBBD-BFE8-7D93EB02ECA3}"/>
                    </a:ext>
                  </a:extLst>
                </p14:cNvPr>
                <p14:cNvContentPartPr/>
                <p14:nvPr/>
              </p14:nvContentPartPr>
              <p14:xfrm>
                <a:off x="3808597" y="5701179"/>
                <a:ext cx="239760" cy="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CEAC13-7516-5E23-5086-C9FFDC5728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02477" y="5695059"/>
                  <a:ext cx="252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054D9F-2B6A-2D6D-EFFA-90D3AB14D0D5}"/>
                    </a:ext>
                  </a:extLst>
                </p14:cNvPr>
                <p14:cNvContentPartPr/>
                <p14:nvPr/>
              </p14:nvContentPartPr>
              <p14:xfrm>
                <a:off x="3856117" y="5819979"/>
                <a:ext cx="198000" cy="9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E99949-27D4-6B0F-B530-D70E4C9093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49997" y="5813859"/>
                  <a:ext cx="210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C208545-2EF6-763A-3BC5-F239E390A895}"/>
                    </a:ext>
                  </a:extLst>
                </p14:cNvPr>
                <p14:cNvContentPartPr/>
                <p14:nvPr/>
              </p14:nvContentPartPr>
              <p14:xfrm>
                <a:off x="5072917" y="6122379"/>
                <a:ext cx="145440" cy="340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CD33BD9-01C2-2ED7-50CD-F2F54CFCCA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66797" y="6116259"/>
                  <a:ext cx="1576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5620A8-7B65-DB5A-D342-FAF7B8255396}"/>
                    </a:ext>
                  </a:extLst>
                </p14:cNvPr>
                <p14:cNvContentPartPr/>
                <p14:nvPr/>
              </p14:nvContentPartPr>
              <p14:xfrm>
                <a:off x="4659277" y="5327139"/>
                <a:ext cx="213480" cy="438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268636-06D4-9346-B01C-F424B9BA65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53157" y="5321019"/>
                  <a:ext cx="2257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3DBB193-3A70-250A-C8F2-2A845D113371}"/>
                    </a:ext>
                  </a:extLst>
                </p14:cNvPr>
                <p14:cNvContentPartPr/>
                <p14:nvPr/>
              </p14:nvContentPartPr>
              <p14:xfrm>
                <a:off x="5040877" y="5661219"/>
                <a:ext cx="145800" cy="13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88A982-DE35-ED4E-1AA7-A3B5511498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34757" y="5655099"/>
                  <a:ext cx="158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4BBF09-9926-7B06-2E3D-304AB7A99E6C}"/>
                    </a:ext>
                  </a:extLst>
                </p14:cNvPr>
                <p14:cNvContentPartPr/>
                <p14:nvPr/>
              </p14:nvContentPartPr>
              <p14:xfrm>
                <a:off x="5270917" y="5549259"/>
                <a:ext cx="222480" cy="193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1803B6-F953-8837-1F64-4B30560FB4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64797" y="5543139"/>
                  <a:ext cx="234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1F97DC-BC3F-5020-0F60-42B41DE140F7}"/>
                    </a:ext>
                  </a:extLst>
                </p14:cNvPr>
                <p14:cNvContentPartPr/>
                <p14:nvPr/>
              </p14:nvContentPartPr>
              <p14:xfrm>
                <a:off x="4571797" y="5926899"/>
                <a:ext cx="93312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F8623C-22B6-1B46-80A6-0E90DDD9C0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65677" y="5920779"/>
                  <a:ext cx="945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F0E2CCE-725A-3865-3A12-563BBA0F1CFA}"/>
                    </a:ext>
                  </a:extLst>
                </p14:cNvPr>
                <p14:cNvContentPartPr/>
                <p14:nvPr/>
              </p14:nvContentPartPr>
              <p14:xfrm>
                <a:off x="5684917" y="5830779"/>
                <a:ext cx="209160" cy="37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74B94D-0BBB-06A8-0FBC-FE99961EA5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78797" y="5824659"/>
                  <a:ext cx="22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ECFA61F-4249-8C32-C632-A9BAE45272BA}"/>
                    </a:ext>
                  </a:extLst>
                </p14:cNvPr>
                <p14:cNvContentPartPr/>
                <p14:nvPr/>
              </p14:nvContentPartPr>
              <p14:xfrm>
                <a:off x="5724517" y="5969739"/>
                <a:ext cx="247680" cy="2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D35B84E-DDFA-FDD2-7024-94253B82F35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18397" y="5963619"/>
                  <a:ext cx="259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8FEC0F-6B99-1345-0BAF-65F540A6EC38}"/>
                    </a:ext>
                  </a:extLst>
                </p14:cNvPr>
                <p14:cNvContentPartPr/>
                <p14:nvPr/>
              </p14:nvContentPartPr>
              <p14:xfrm>
                <a:off x="6145357" y="5413899"/>
                <a:ext cx="267120" cy="267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524317-42D6-7DAD-0617-73740DC47A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39237" y="5407779"/>
                  <a:ext cx="279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5629C4-E245-250B-63B2-4F27AB6802F9}"/>
                    </a:ext>
                  </a:extLst>
                </p14:cNvPr>
                <p14:cNvContentPartPr/>
                <p14:nvPr/>
              </p14:nvContentPartPr>
              <p14:xfrm>
                <a:off x="6551797" y="5535219"/>
                <a:ext cx="294840" cy="47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E3CDE09-9316-65DB-AF30-74C2C7720C1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45677" y="5529099"/>
                  <a:ext cx="307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272D3-9612-F17F-D804-ED0C12C3534D}"/>
                    </a:ext>
                  </a:extLst>
                </p14:cNvPr>
                <p14:cNvContentPartPr/>
                <p14:nvPr/>
              </p14:nvContentPartPr>
              <p14:xfrm>
                <a:off x="6702277" y="5470419"/>
                <a:ext cx="28080" cy="202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3696A86-B585-021D-E81C-EA92CF0C78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96157" y="5464299"/>
                  <a:ext cx="40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4AAD9B-F61E-69DD-6B63-5145A06D77B6}"/>
                    </a:ext>
                  </a:extLst>
                </p14:cNvPr>
                <p14:cNvContentPartPr/>
                <p14:nvPr/>
              </p14:nvContentPartPr>
              <p14:xfrm>
                <a:off x="7004317" y="5263779"/>
                <a:ext cx="247320" cy="405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79ED56A-288A-DE46-FBDE-15E8F1AEE9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98197" y="5257659"/>
                  <a:ext cx="2595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6EB92BD-F95E-5269-6B62-8DA574E0BD5B}"/>
                    </a:ext>
                  </a:extLst>
                </p14:cNvPr>
                <p14:cNvContentPartPr/>
                <p14:nvPr/>
              </p14:nvContentPartPr>
              <p14:xfrm>
                <a:off x="7402477" y="5477979"/>
                <a:ext cx="206280" cy="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44BE4DE-6A77-4CF5-26D3-CC3C8E3FFB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96357" y="5471859"/>
                  <a:ext cx="21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1B951CF-9369-551A-47C3-00575B3B69D7}"/>
                    </a:ext>
                  </a:extLst>
                </p14:cNvPr>
                <p14:cNvContentPartPr/>
                <p14:nvPr/>
              </p14:nvContentPartPr>
              <p14:xfrm>
                <a:off x="7879477" y="5053539"/>
                <a:ext cx="3030480" cy="812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A077417-FDC3-9B58-BACE-8B563EA365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73357" y="5047419"/>
                  <a:ext cx="304272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7F38C05-EA81-5C22-992A-0F8F20E8CAE5}"/>
                    </a:ext>
                  </a:extLst>
                </p14:cNvPr>
                <p14:cNvContentPartPr/>
                <p14:nvPr/>
              </p14:nvContentPartPr>
              <p14:xfrm>
                <a:off x="8306797" y="5588139"/>
                <a:ext cx="166320" cy="16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E55A48E-AC33-CBB7-DE6B-2AE33EA9E3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00677" y="5582019"/>
                  <a:ext cx="178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5971166-F7E6-28A9-5D3A-D4CF512274FA}"/>
                    </a:ext>
                  </a:extLst>
                </p14:cNvPr>
                <p14:cNvContentPartPr/>
                <p14:nvPr/>
              </p14:nvContentPartPr>
              <p14:xfrm>
                <a:off x="8539357" y="5344779"/>
                <a:ext cx="206280" cy="174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3DB069A-1A5C-6DDD-E463-BAFAAC328A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33237" y="5338659"/>
                  <a:ext cx="218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01A0DE-7F90-EA46-14FC-4A5EB57EE7A0}"/>
                    </a:ext>
                  </a:extLst>
                </p14:cNvPr>
                <p14:cNvContentPartPr/>
                <p14:nvPr/>
              </p14:nvContentPartPr>
              <p14:xfrm>
                <a:off x="8817997" y="5613339"/>
                <a:ext cx="177480" cy="9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E39BA50-8125-46CD-5A2C-C34F1D0FD08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11517" y="5607219"/>
                  <a:ext cx="189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E7BD92-EFD2-4578-B8BD-51B9D75810BC}"/>
                    </a:ext>
                  </a:extLst>
                </p14:cNvPr>
                <p14:cNvContentPartPr/>
                <p14:nvPr/>
              </p14:nvContentPartPr>
              <p14:xfrm>
                <a:off x="8897557" y="5565819"/>
                <a:ext cx="16560" cy="197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20C48F-5CAF-C113-84A0-509E7D0AA0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91437" y="5559699"/>
                  <a:ext cx="28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84ACE0F-0550-15C3-65D8-903766A6F40D}"/>
                    </a:ext>
                  </a:extLst>
                </p14:cNvPr>
                <p14:cNvContentPartPr/>
                <p14:nvPr/>
              </p14:nvContentPartPr>
              <p14:xfrm>
                <a:off x="9078637" y="5375019"/>
                <a:ext cx="152640" cy="253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6ABB2FE-8B68-36FD-27B7-6C15B8DF1A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72517" y="5368899"/>
                  <a:ext cx="164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8CA28E-917B-BEC9-40B8-CE662D761E54}"/>
                    </a:ext>
                  </a:extLst>
                </p14:cNvPr>
                <p14:cNvContentPartPr/>
                <p14:nvPr/>
              </p14:nvContentPartPr>
              <p14:xfrm>
                <a:off x="9258637" y="5318859"/>
                <a:ext cx="125640" cy="13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924FBFC-B71A-7F40-9490-B573735394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52517" y="5312739"/>
                  <a:ext cx="137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F92C91-D904-F094-B8D3-15C46B358B67}"/>
                    </a:ext>
                  </a:extLst>
                </p14:cNvPr>
                <p14:cNvContentPartPr/>
                <p14:nvPr/>
              </p14:nvContentPartPr>
              <p14:xfrm>
                <a:off x="9819517" y="5740779"/>
                <a:ext cx="134640" cy="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A1D7CF8-C465-4D1C-FAB2-BE34592ADD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13397" y="5734659"/>
                  <a:ext cx="146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099319-1332-596A-0C1C-68656EF81BF9}"/>
                    </a:ext>
                  </a:extLst>
                </p14:cNvPr>
                <p14:cNvContentPartPr/>
                <p14:nvPr/>
              </p14:nvContentPartPr>
              <p14:xfrm>
                <a:off x="10018237" y="5390139"/>
                <a:ext cx="237960" cy="257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CDC1631-487B-5625-508C-A0EAB044C6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12117" y="5384019"/>
                  <a:ext cx="2502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CA6284D-3311-A0A0-3B5E-1F518E431CB4}"/>
                    </a:ext>
                  </a:extLst>
                </p14:cNvPr>
                <p14:cNvContentPartPr/>
                <p14:nvPr/>
              </p14:nvContentPartPr>
              <p14:xfrm>
                <a:off x="10303357" y="5484819"/>
                <a:ext cx="161280" cy="137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A50E2B4-DB1A-B7F8-A303-6060430A78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97237" y="5478699"/>
                  <a:ext cx="173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3AF092-9FFB-2BDC-F3CA-6C6019D38EA9}"/>
                    </a:ext>
                  </a:extLst>
                </p14:cNvPr>
                <p14:cNvContentPartPr/>
                <p14:nvPr/>
              </p14:nvContentPartPr>
              <p14:xfrm>
                <a:off x="10504237" y="5207979"/>
                <a:ext cx="190080" cy="358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AD666D8-3DB8-7396-49D7-0241825E99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98117" y="5201859"/>
                  <a:ext cx="2023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8745AEC-C4A6-1BB8-023E-0781869E6836}"/>
                    </a:ext>
                  </a:extLst>
                </p14:cNvPr>
                <p14:cNvContentPartPr/>
                <p14:nvPr/>
              </p14:nvContentPartPr>
              <p14:xfrm>
                <a:off x="10873957" y="5486259"/>
                <a:ext cx="3600" cy="8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1217E13-321E-A0AD-361E-9CBB05F267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67837" y="5480139"/>
                  <a:ext cx="15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CDAEAD6-A1C4-4CBB-A799-5A48BBDD170D}"/>
                    </a:ext>
                  </a:extLst>
                </p14:cNvPr>
                <p14:cNvContentPartPr/>
                <p14:nvPr/>
              </p14:nvContentPartPr>
              <p14:xfrm>
                <a:off x="10907797" y="5375019"/>
                <a:ext cx="200880" cy="153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A982357-2DA4-5DC8-FE0E-09B39F2146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01677" y="5368899"/>
                  <a:ext cx="213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ED2EAB6-555B-A3F9-2873-B0CCB6DF233D}"/>
                    </a:ext>
                  </a:extLst>
                </p14:cNvPr>
                <p14:cNvContentPartPr/>
                <p14:nvPr/>
              </p14:nvContentPartPr>
              <p14:xfrm>
                <a:off x="11083117" y="5382939"/>
                <a:ext cx="146520" cy="160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3BB72C1-9F32-C990-C52A-F126052A6F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76997" y="5376819"/>
                  <a:ext cx="158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1FA3D1-6812-9511-3E00-D3413650CFA2}"/>
                    </a:ext>
                  </a:extLst>
                </p14:cNvPr>
                <p14:cNvContentPartPr/>
                <p14:nvPr/>
              </p14:nvContentPartPr>
              <p14:xfrm>
                <a:off x="11271397" y="5343339"/>
                <a:ext cx="218880" cy="177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6A45C0C-3A98-65EC-30E3-A44D462EE1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65277" y="5337219"/>
                  <a:ext cx="231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081236-7D1F-9CD7-6B17-5FF71EB4EA1A}"/>
                    </a:ext>
                  </a:extLst>
                </p14:cNvPr>
                <p14:cNvContentPartPr/>
                <p14:nvPr/>
              </p14:nvContentPartPr>
              <p14:xfrm>
                <a:off x="11576317" y="5255139"/>
                <a:ext cx="154800" cy="264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2407FB4-874B-B159-7C8F-406290D7676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70197" y="5249019"/>
                  <a:ext cx="167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1A4B744-E506-7364-20C0-43AD54C79F3F}"/>
                    </a:ext>
                  </a:extLst>
                </p14:cNvPr>
                <p14:cNvContentPartPr/>
                <p14:nvPr/>
              </p14:nvContentPartPr>
              <p14:xfrm>
                <a:off x="11822557" y="5130579"/>
                <a:ext cx="200520" cy="33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B888A5B-2EE8-ED19-24FD-268FCF2E568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816437" y="5124459"/>
                  <a:ext cx="2127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C2AE77D-870C-2045-5201-A0CD0876745A}"/>
                    </a:ext>
                  </a:extLst>
                </p14:cNvPr>
                <p14:cNvContentPartPr/>
                <p14:nvPr/>
              </p14:nvContentPartPr>
              <p14:xfrm>
                <a:off x="10932637" y="4900539"/>
                <a:ext cx="1203120" cy="124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61B9CBD-6C74-9DB0-7249-B7560B7195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926517" y="4894419"/>
                  <a:ext cx="1215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C36493D-7752-9DC6-5420-5D8A32464A38}"/>
                    </a:ext>
                  </a:extLst>
                </p14:cNvPr>
                <p14:cNvContentPartPr/>
                <p14:nvPr/>
              </p14:nvContentPartPr>
              <p14:xfrm>
                <a:off x="6265597" y="5772459"/>
                <a:ext cx="6002280" cy="246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3AEE193-80A9-7F65-A1DF-B62AFA0E4C3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59477" y="5766339"/>
                  <a:ext cx="6014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B898796-3ECA-DD04-D63D-CEB02C7B7367}"/>
                    </a:ext>
                  </a:extLst>
                </p14:cNvPr>
                <p14:cNvContentPartPr/>
                <p14:nvPr/>
              </p14:nvContentPartPr>
              <p14:xfrm>
                <a:off x="8960024" y="6327579"/>
                <a:ext cx="200520" cy="178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B4947A2-57DA-764D-5767-306C9F05B8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53904" y="6321459"/>
                  <a:ext cx="212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34C522-4CCF-1FFA-13DA-81F09172B8EB}"/>
                    </a:ext>
                  </a:extLst>
                </p14:cNvPr>
                <p14:cNvContentPartPr/>
                <p14:nvPr/>
              </p14:nvContentPartPr>
              <p14:xfrm>
                <a:off x="9247304" y="6296979"/>
                <a:ext cx="269280" cy="64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EAEC25D-4DA6-0A62-AFD6-72EC6F4D89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41184" y="6290859"/>
                  <a:ext cx="281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680AA4C-E67E-CFD4-4D9F-D3BE018A7976}"/>
                    </a:ext>
                  </a:extLst>
                </p14:cNvPr>
                <p14:cNvContentPartPr/>
                <p14:nvPr/>
              </p14:nvContentPartPr>
              <p14:xfrm>
                <a:off x="9428744" y="6185739"/>
                <a:ext cx="12960" cy="195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01AAB76-115E-B6FB-4992-6CA706A5DE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22624" y="6179619"/>
                  <a:ext cx="25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2451D59-97EF-09A9-F3D5-B9EBC3EA90DD}"/>
                    </a:ext>
                  </a:extLst>
                </p14:cNvPr>
                <p14:cNvContentPartPr/>
                <p14:nvPr/>
              </p14:nvContentPartPr>
              <p14:xfrm>
                <a:off x="9604424" y="6042819"/>
                <a:ext cx="248400" cy="3513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EE526F3-D318-5C1D-3FB5-66CC8DB9C3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98304" y="6036699"/>
                  <a:ext cx="260640" cy="36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8" name="Title 2">
            <a:extLst>
              <a:ext uri="{FF2B5EF4-FFF2-40B4-BE49-F238E27FC236}">
                <a16:creationId xmlns:a16="http://schemas.microsoft.com/office/drawing/2014/main" id="{C87793AC-53E3-F18A-3A17-25F957514B02}"/>
              </a:ext>
            </a:extLst>
          </p:cNvPr>
          <p:cNvSpPr txBox="1">
            <a:spLocks/>
          </p:cNvSpPr>
          <p:nvPr/>
        </p:nvSpPr>
        <p:spPr>
          <a:xfrm>
            <a:off x="278431" y="755993"/>
            <a:ext cx="8673846" cy="4517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hunchback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dài</a:t>
            </a:r>
            <a:r>
              <a:rPr lang="en-US" sz="2000" dirty="0"/>
              <a:t> </a:t>
            </a:r>
            <a:r>
              <a:rPr lang="en-US" sz="2000" dirty="0" err="1"/>
              <a:t>tụt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so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đường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sở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9EFC4-95B4-4D82-4AFA-8C59AC3C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F96668-11AA-2A69-AB79-0B6F38AD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E9550F-9163-20DF-221C-E9922785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pic>
        <p:nvPicPr>
          <p:cNvPr id="5" name="Picture 4" descr="Ta đã biết, khi vật nằm càng xa thấu kính hội tụ thì ảnh thật của vật nằm">
            <a:extLst>
              <a:ext uri="{FF2B5EF4-FFF2-40B4-BE49-F238E27FC236}">
                <a16:creationId xmlns:a16="http://schemas.microsoft.com/office/drawing/2014/main" id="{DFF7B0B8-3641-BFFF-9B3E-CDE284A00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34" y="1479500"/>
            <a:ext cx="7037131" cy="4048761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484C0B9D-EA77-2D75-5B12-B463A593B4C5}"/>
              </a:ext>
            </a:extLst>
          </p:cNvPr>
          <p:cNvSpPr txBox="1">
            <a:spLocks/>
          </p:cNvSpPr>
          <p:nvPr/>
        </p:nvSpPr>
        <p:spPr>
          <a:xfrm>
            <a:off x="137083" y="779056"/>
            <a:ext cx="8869831" cy="4517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leaning backward </a:t>
            </a:r>
            <a:r>
              <a:rPr lang="en-US" sz="2000" dirty="0" err="1"/>
              <a:t>dựa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độ</a:t>
            </a:r>
            <a:r>
              <a:rPr lang="en-US" sz="2000" dirty="0"/>
              <a:t> </a:t>
            </a:r>
            <a:r>
              <a:rPr lang="en-US" sz="2000" dirty="0" err="1"/>
              <a:t>giảm</a:t>
            </a:r>
            <a:r>
              <a:rPr lang="en-US" sz="2000" dirty="0"/>
              <a:t> </a:t>
            </a:r>
            <a:r>
              <a:rPr lang="en-US" sz="2000" dirty="0" err="1"/>
              <a:t>khoảng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2 tai </a:t>
            </a:r>
            <a:r>
              <a:rPr lang="en-US" sz="2000" dirty="0" err="1"/>
              <a:t>và</a:t>
            </a:r>
            <a:r>
              <a:rPr lang="en-US" sz="2000" dirty="0"/>
              <a:t> 2 </a:t>
            </a:r>
            <a:r>
              <a:rPr lang="en-US" sz="2000" dirty="0" err="1"/>
              <a:t>vai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51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D675-D78E-8970-89B8-77129424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D5DF5B-2DCC-A099-22B1-7E28516E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9A5BA6-A51C-2019-3E20-BBC8F17C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BDB18-28DA-AF7A-0757-803DA5D2E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phụ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nền</a:t>
            </a:r>
            <a:endParaRPr lang="en-US" dirty="0"/>
          </a:p>
          <a:p>
            <a:pPr lvl="1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sensitivity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camera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sáng</a:t>
            </a:r>
            <a:endParaRPr lang="en-US" dirty="0"/>
          </a:p>
          <a:p>
            <a:pPr lvl="1"/>
            <a:r>
              <a:rPr lang="en-US" dirty="0"/>
              <a:t>Phương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y khoa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người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6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552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Lato</vt:lpstr>
      <vt:lpstr>Times New Roman</vt:lpstr>
      <vt:lpstr>Office Theme</vt:lpstr>
      <vt:lpstr>PowerPoint Presentation</vt:lpstr>
      <vt:lpstr>Báo cáo học phần Project I</vt:lpstr>
      <vt:lpstr>PowerPoint Presentation</vt:lpstr>
      <vt:lpstr>Công nghệ sử dụng</vt:lpstr>
      <vt:lpstr>Quy trình hoạt động</vt:lpstr>
      <vt:lpstr>Cơ chế hiệu chỉnh ban đầu</vt:lpstr>
      <vt:lpstr>Thuật toán phân loại tư thế</vt:lpstr>
      <vt:lpstr>Thuật toán phân loại tư thế</vt:lpstr>
      <vt:lpstr>Thuật toán phân loại tư thế</vt:lpstr>
      <vt:lpstr>Thuật toán phân loại tư thế</vt:lpstr>
      <vt:lpstr>Thuật toán phân loại tư thế</vt:lpstr>
      <vt:lpstr>Thuật toán phân loại tư thế</vt:lpstr>
      <vt:lpstr>Kết luận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Trong Hiep 20232069</cp:lastModifiedBy>
  <cp:revision>14</cp:revision>
  <dcterms:created xsi:type="dcterms:W3CDTF">2021-05-28T04:32:29Z</dcterms:created>
  <dcterms:modified xsi:type="dcterms:W3CDTF">2026-07-14T05:51:52Z</dcterms:modified>
</cp:coreProperties>
</file>